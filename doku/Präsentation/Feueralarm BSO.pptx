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2991B-C16E-2C09-5F4A-7437A372330A}" v="128" dt="2020-11-25T07:24:49.333"/>
    <p1510:client id="{3406647C-BCA6-4ADF-64B4-8ECBEA880C3A}" v="102" dt="2020-09-02T06:30:52.861"/>
    <p1510:client id="{35ECDA9C-330B-2A72-4102-DE3D8A78DC6D}" v="279" dt="2020-11-04T08:07:54.364"/>
    <p1510:client id="{4BDF1895-2A45-0BB6-161D-7FDE29E238DE}" v="432" dt="2020-09-02T09:46:13.255"/>
    <p1510:client id="{5B80BE2D-1C93-16DD-A09E-1A1E9BBD0BEC}" v="81" dt="2020-09-16T10:11:11.698"/>
    <p1510:client id="{5DA3EAD3-4C7F-8ED3-A4D9-15E213C37BC0}" v="671" dt="2020-10-28T08:53:13.508"/>
    <p1510:client id="{637C952D-0E7F-3DE0-89A4-7504C7EAFAF6}" v="232" dt="2021-01-11T11:53:00.523"/>
    <p1510:client id="{68152444-5B95-8477-D4FF-15C813AFAA60}" v="400" dt="2020-11-04T09:28:59.370"/>
    <p1510:client id="{73BFD39E-36F3-C199-D184-03A4DD17F4FF}" v="16" dt="2020-10-28T07:14:33.711"/>
    <p1510:client id="{82BE5D98-F596-4A0B-2EBF-B3CEF21E491B}" v="172" dt="2020-11-16T09:37:47.197"/>
    <p1510:client id="{85859420-DBD6-C195-9936-5D5273EED79F}" v="1127" dt="2020-11-11T10:27:10.610"/>
    <p1510:client id="{8F135302-F8D2-6D5E-43FE-433F9F6344AB}" v="157" dt="2021-01-11T08:13:22.318"/>
    <p1510:client id="{B89A443C-742E-8D55-1876-5DC99EFAC5AA}" v="909" dt="2020-11-25T07:37:05.769"/>
    <p1510:client id="{BF618BFC-C7A8-72D9-B005-4C12A9B4CAEF}" v="1190" dt="2020-11-04T08:33:44.031"/>
    <p1510:client id="{E184B0E9-C43A-04F8-1A71-13E874199D93}" v="102" dt="2020-10-21T09:55:30.760"/>
    <p1510:client id="{E6AEC3C6-F005-4C41-944D-AC80084EE0C7}" v="20" dt="2020-12-16T09:46:36.355"/>
    <p1510:client id="{F1C04620-B0DD-4216-A3E6-DED10E74F721}" v="92" dt="2020-11-11T07:50:26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3.png"/><Relationship Id="rId6" Type="http://schemas.openxmlformats.org/officeDocument/2006/relationships/image" Target="../media/image9.sv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3.png"/><Relationship Id="rId6" Type="http://schemas.openxmlformats.org/officeDocument/2006/relationships/image" Target="../media/image9.sv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927F05-3226-49B5-9179-1126C4341E3C}" type="doc">
      <dgm:prSet loTypeId="urn:microsoft.com/office/officeart/2018/2/layout/IconCircle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AA6F3F5-6F4E-4B9B-92C8-FD7B46EF4CC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Anwesenheits-Kontrolle der </a:t>
          </a:r>
          <a:r>
            <a:rPr lang="de-DE">
              <a:latin typeface="Gill Sans MT" panose="020B0502020104020203"/>
            </a:rPr>
            <a:t>Klassen</a:t>
          </a:r>
          <a:r>
            <a:rPr lang="de-DE"/>
            <a:t> und Lehrer</a:t>
          </a:r>
          <a:endParaRPr lang="en-US"/>
        </a:p>
      </dgm:t>
    </dgm:pt>
    <dgm:pt modelId="{5D34E491-BC5A-42A0-BB87-AC7491AB71FE}" type="parTrans" cxnId="{AC140E29-8157-4395-A892-FC3C27AD554D}">
      <dgm:prSet/>
      <dgm:spPr/>
      <dgm:t>
        <a:bodyPr/>
        <a:lstStyle/>
        <a:p>
          <a:endParaRPr lang="en-US"/>
        </a:p>
      </dgm:t>
    </dgm:pt>
    <dgm:pt modelId="{B39BD4C7-C2AD-43EB-AFCA-62EACA0F94C5}" type="sibTrans" cxnId="{AC140E29-8157-4395-A892-FC3C27AD55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EA2B6A-C02F-42BD-A75B-193CBB67A4D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>
              <a:latin typeface="Gill Sans MT" panose="020B0502020104020203"/>
            </a:rPr>
            <a:t>Zentrale </a:t>
          </a:r>
          <a:r>
            <a:rPr lang="de-DE"/>
            <a:t>und digitalisierte Datenpflege</a:t>
          </a:r>
          <a:endParaRPr lang="en-US"/>
        </a:p>
      </dgm:t>
    </dgm:pt>
    <dgm:pt modelId="{1D20A598-F927-4387-B314-EC6D4F171013}" type="parTrans" cxnId="{A2CA296F-EAD4-4326-B18A-9DAC9630BE06}">
      <dgm:prSet/>
      <dgm:spPr/>
      <dgm:t>
        <a:bodyPr/>
        <a:lstStyle/>
        <a:p>
          <a:endParaRPr lang="en-US"/>
        </a:p>
      </dgm:t>
    </dgm:pt>
    <dgm:pt modelId="{4DF8FC35-137F-468D-BAB7-0FD01E0FD94E}" type="sibTrans" cxnId="{A2CA296F-EAD4-4326-B18A-9DAC9630BE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2B2107-2046-4DC9-B1E1-E21255997D4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Dienstwege und Kommunikation verkürzen</a:t>
          </a:r>
          <a:endParaRPr lang="en-US"/>
        </a:p>
      </dgm:t>
    </dgm:pt>
    <dgm:pt modelId="{000F8C26-9D3A-4FD0-979B-C49A6AF78853}" type="parTrans" cxnId="{F3C5098F-6D98-452F-85A4-6BF170585686}">
      <dgm:prSet/>
      <dgm:spPr/>
      <dgm:t>
        <a:bodyPr/>
        <a:lstStyle/>
        <a:p>
          <a:endParaRPr lang="en-US"/>
        </a:p>
      </dgm:t>
    </dgm:pt>
    <dgm:pt modelId="{0846F954-5F12-4314-860D-321F4BABD9EC}" type="sibTrans" cxnId="{F3C5098F-6D98-452F-85A4-6BF1705856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24EA14-6C39-4CE7-85DA-1B75DBB96B6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 smtClean="0"/>
            <a:t>Intuitive Bedienung</a:t>
          </a:r>
          <a:endParaRPr lang="en-US" dirty="0"/>
        </a:p>
      </dgm:t>
    </dgm:pt>
    <dgm:pt modelId="{A84FEAF7-EE8D-491E-A11C-48E0622EF0A8}" type="parTrans" cxnId="{9A369047-59B1-4E0C-820B-5189E85A0871}">
      <dgm:prSet/>
      <dgm:spPr/>
      <dgm:t>
        <a:bodyPr/>
        <a:lstStyle/>
        <a:p>
          <a:endParaRPr lang="en-US"/>
        </a:p>
      </dgm:t>
    </dgm:pt>
    <dgm:pt modelId="{E61DF827-E366-4846-A854-ABB6CF02128B}" type="sibTrans" cxnId="{9A369047-59B1-4E0C-820B-5189E85A08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7C7859-B22A-4D64-AD73-CC933578DCF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>
              <a:latin typeface="Gill Sans MT" panose="020B0502020104020203"/>
            </a:rPr>
            <a:t>Schnelle</a:t>
          </a:r>
          <a:r>
            <a:rPr lang="de-DE"/>
            <a:t> und </a:t>
          </a:r>
          <a:r>
            <a:rPr lang="de-DE">
              <a:latin typeface="Gill Sans MT" panose="020B0502020104020203"/>
            </a:rPr>
            <a:t>einfache</a:t>
          </a:r>
          <a:r>
            <a:rPr lang="de-DE"/>
            <a:t> </a:t>
          </a:r>
          <a:r>
            <a:rPr lang="de-DE">
              <a:latin typeface="Gill Sans MT" panose="020B0502020104020203"/>
            </a:rPr>
            <a:t>Verarbeitung</a:t>
          </a:r>
          <a:r>
            <a:rPr lang="de-DE"/>
            <a:t> der Daten</a:t>
          </a:r>
          <a:endParaRPr lang="en-US"/>
        </a:p>
      </dgm:t>
    </dgm:pt>
    <dgm:pt modelId="{96FC927C-9448-4D71-89EC-F605E79F4F00}" type="parTrans" cxnId="{BA06F8E8-F5DD-4008-BAFC-5AC4D6D39A67}">
      <dgm:prSet/>
      <dgm:spPr/>
      <dgm:t>
        <a:bodyPr/>
        <a:lstStyle/>
        <a:p>
          <a:endParaRPr lang="en-US"/>
        </a:p>
      </dgm:t>
    </dgm:pt>
    <dgm:pt modelId="{27B2E4AB-3825-4E2B-9318-E91D6ECDCAE6}" type="sibTrans" cxnId="{BA06F8E8-F5DD-4008-BAFC-5AC4D6D39A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2F400A-1E5F-4E67-8649-8172E894D3D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Datenschutzkonform </a:t>
          </a:r>
          <a:r>
            <a:rPr lang="de-DE">
              <a:latin typeface="Gill Sans MT" panose="020B0502020104020203"/>
            </a:rPr>
            <a:t>durch Authentifizierung</a:t>
          </a:r>
          <a:r>
            <a:rPr lang="de-DE"/>
            <a:t> mit eigenen Anmeldedaten</a:t>
          </a:r>
          <a:endParaRPr lang="en-US"/>
        </a:p>
      </dgm:t>
    </dgm:pt>
    <dgm:pt modelId="{9B07E276-283B-4BAA-8B83-C97F4DE1668C}" type="parTrans" cxnId="{E81DD59A-B3BE-4610-ACD3-4C1BCB1C786B}">
      <dgm:prSet/>
      <dgm:spPr/>
      <dgm:t>
        <a:bodyPr/>
        <a:lstStyle/>
        <a:p>
          <a:endParaRPr lang="en-US"/>
        </a:p>
      </dgm:t>
    </dgm:pt>
    <dgm:pt modelId="{FEE6E528-1C6F-4C2E-9709-E90FDA8EA3E3}" type="sibTrans" cxnId="{E81DD59A-B3BE-4610-ACD3-4C1BCB1C786B}">
      <dgm:prSet/>
      <dgm:spPr/>
      <dgm:t>
        <a:bodyPr/>
        <a:lstStyle/>
        <a:p>
          <a:endParaRPr lang="en-US"/>
        </a:p>
      </dgm:t>
    </dgm:pt>
    <dgm:pt modelId="{BB71E4C0-EF35-45FC-B884-CA291F0D1AD9}" type="pres">
      <dgm:prSet presAssocID="{00927F05-3226-49B5-9179-1126C4341E3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E9D84C29-1D24-4456-92AB-4EA5CC9065AA}" type="pres">
      <dgm:prSet presAssocID="{00927F05-3226-49B5-9179-1126C4341E3C}" presName="container" presStyleCnt="0">
        <dgm:presLayoutVars>
          <dgm:dir/>
          <dgm:resizeHandles val="exact"/>
        </dgm:presLayoutVars>
      </dgm:prSet>
      <dgm:spPr/>
    </dgm:pt>
    <dgm:pt modelId="{CDD77E40-00EC-4B43-881C-C560F334403F}" type="pres">
      <dgm:prSet presAssocID="{8AA6F3F5-6F4E-4B9B-92C8-FD7B46EF4CCF}" presName="compNode" presStyleCnt="0"/>
      <dgm:spPr/>
    </dgm:pt>
    <dgm:pt modelId="{2CFBCCB1-0C78-4515-BAAC-32C83AAF37C8}" type="pres">
      <dgm:prSet presAssocID="{8AA6F3F5-6F4E-4B9B-92C8-FD7B46EF4CCF}" presName="iconBgRect" presStyleLbl="bgShp" presStyleIdx="0" presStyleCnt="6"/>
      <dgm:spPr/>
    </dgm:pt>
    <dgm:pt modelId="{361F0664-E95D-46B6-BA19-5CFA84385613}" type="pres">
      <dgm:prSet presAssocID="{8AA6F3F5-6F4E-4B9B-92C8-FD7B46EF4CCF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hrer"/>
        </a:ext>
      </dgm:extLst>
    </dgm:pt>
    <dgm:pt modelId="{B08D8F39-FFF9-423D-9836-CC9CA4439029}" type="pres">
      <dgm:prSet presAssocID="{8AA6F3F5-6F4E-4B9B-92C8-FD7B46EF4CCF}" presName="spaceRect" presStyleCnt="0"/>
      <dgm:spPr/>
    </dgm:pt>
    <dgm:pt modelId="{658E2688-C9F7-45B7-9DA9-E5C7075EBF27}" type="pres">
      <dgm:prSet presAssocID="{8AA6F3F5-6F4E-4B9B-92C8-FD7B46EF4CCF}" presName="textRect" presStyleLbl="revTx" presStyleIdx="0" presStyleCnt="6">
        <dgm:presLayoutVars>
          <dgm:chMax val="1"/>
          <dgm:chPref val="1"/>
        </dgm:presLayoutVars>
      </dgm:prSet>
      <dgm:spPr/>
      <dgm:t>
        <a:bodyPr/>
        <a:lstStyle/>
        <a:p>
          <a:endParaRPr lang="de-DE"/>
        </a:p>
      </dgm:t>
    </dgm:pt>
    <dgm:pt modelId="{DB36528D-F382-4859-9147-37CD0A648417}" type="pres">
      <dgm:prSet presAssocID="{B39BD4C7-C2AD-43EB-AFCA-62EACA0F94C5}" presName="sibTrans" presStyleLbl="sibTrans2D1" presStyleIdx="0" presStyleCnt="0"/>
      <dgm:spPr/>
      <dgm:t>
        <a:bodyPr/>
        <a:lstStyle/>
        <a:p>
          <a:endParaRPr lang="de-DE"/>
        </a:p>
      </dgm:t>
    </dgm:pt>
    <dgm:pt modelId="{37D2D662-EB9D-4498-B44B-C4F3F2CCA381}" type="pres">
      <dgm:prSet presAssocID="{D0EA2B6A-C02F-42BD-A75B-193CBB67A4D7}" presName="compNode" presStyleCnt="0"/>
      <dgm:spPr/>
    </dgm:pt>
    <dgm:pt modelId="{A00ED268-A185-4748-B8AA-AEFA7E6732B9}" type="pres">
      <dgm:prSet presAssocID="{D0EA2B6A-C02F-42BD-A75B-193CBB67A4D7}" presName="iconBgRect" presStyleLbl="bgShp" presStyleIdx="1" presStyleCnt="6"/>
      <dgm:spPr/>
    </dgm:pt>
    <dgm:pt modelId="{F30AB6D7-6EF8-42B6-8E5A-64AB435EDE48}" type="pres">
      <dgm:prSet presAssocID="{D0EA2B6A-C02F-42BD-A75B-193CBB67A4D7}" presName="iconRect" presStyleLbl="node1" presStyleIdx="1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bäude"/>
        </a:ext>
      </dgm:extLst>
    </dgm:pt>
    <dgm:pt modelId="{0A6640C5-9EE2-4BD3-A57C-ECCDBF4A6679}" type="pres">
      <dgm:prSet presAssocID="{D0EA2B6A-C02F-42BD-A75B-193CBB67A4D7}" presName="spaceRect" presStyleCnt="0"/>
      <dgm:spPr/>
    </dgm:pt>
    <dgm:pt modelId="{4ADEE74D-240C-40CC-89A6-6E844AEF17B8}" type="pres">
      <dgm:prSet presAssocID="{D0EA2B6A-C02F-42BD-A75B-193CBB67A4D7}" presName="textRect" presStyleLbl="revTx" presStyleIdx="1" presStyleCnt="6">
        <dgm:presLayoutVars>
          <dgm:chMax val="1"/>
          <dgm:chPref val="1"/>
        </dgm:presLayoutVars>
      </dgm:prSet>
      <dgm:spPr/>
      <dgm:t>
        <a:bodyPr/>
        <a:lstStyle/>
        <a:p>
          <a:endParaRPr lang="de-DE"/>
        </a:p>
      </dgm:t>
    </dgm:pt>
    <dgm:pt modelId="{C60F6369-1C3B-4371-AE09-761E54C63349}" type="pres">
      <dgm:prSet presAssocID="{4DF8FC35-137F-468D-BAB7-0FD01E0FD94E}" presName="sibTrans" presStyleLbl="sibTrans2D1" presStyleIdx="0" presStyleCnt="0"/>
      <dgm:spPr/>
      <dgm:t>
        <a:bodyPr/>
        <a:lstStyle/>
        <a:p>
          <a:endParaRPr lang="de-DE"/>
        </a:p>
      </dgm:t>
    </dgm:pt>
    <dgm:pt modelId="{BA8A341E-31E4-40DB-B3EB-04DA3F0B8885}" type="pres">
      <dgm:prSet presAssocID="{0D2B2107-2046-4DC9-B1E1-E21255997D4C}" presName="compNode" presStyleCnt="0"/>
      <dgm:spPr/>
    </dgm:pt>
    <dgm:pt modelId="{5BFC8D1A-2D0F-40DB-94B7-7FEE141BC640}" type="pres">
      <dgm:prSet presAssocID="{0D2B2107-2046-4DC9-B1E1-E21255997D4C}" presName="iconBgRect" presStyleLbl="bgShp" presStyleIdx="2" presStyleCnt="6"/>
      <dgm:spPr/>
    </dgm:pt>
    <dgm:pt modelId="{61A1A0E5-D51D-4861-ADE5-CD2CF1ACC2E2}" type="pres">
      <dgm:prSet presAssocID="{0D2B2107-2046-4DC9-B1E1-E21255997D4C}" presName="iconRect" presStyleLbl="node1" presStyleIdx="2" presStyleCnt="6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06152E9-C93C-4F3C-9BAD-177AEABAF2C2}" type="pres">
      <dgm:prSet presAssocID="{0D2B2107-2046-4DC9-B1E1-E21255997D4C}" presName="spaceRect" presStyleCnt="0"/>
      <dgm:spPr/>
    </dgm:pt>
    <dgm:pt modelId="{D8793C81-06B6-4610-AD1B-130F4BDE71D5}" type="pres">
      <dgm:prSet presAssocID="{0D2B2107-2046-4DC9-B1E1-E21255997D4C}" presName="textRect" presStyleLbl="revTx" presStyleIdx="2" presStyleCnt="6">
        <dgm:presLayoutVars>
          <dgm:chMax val="1"/>
          <dgm:chPref val="1"/>
        </dgm:presLayoutVars>
      </dgm:prSet>
      <dgm:spPr/>
      <dgm:t>
        <a:bodyPr/>
        <a:lstStyle/>
        <a:p>
          <a:endParaRPr lang="de-DE"/>
        </a:p>
      </dgm:t>
    </dgm:pt>
    <dgm:pt modelId="{F929C17B-6FE7-4FED-BC1A-0C69AEE5D838}" type="pres">
      <dgm:prSet presAssocID="{0846F954-5F12-4314-860D-321F4BABD9EC}" presName="sibTrans" presStyleLbl="sibTrans2D1" presStyleIdx="0" presStyleCnt="0"/>
      <dgm:spPr/>
      <dgm:t>
        <a:bodyPr/>
        <a:lstStyle/>
        <a:p>
          <a:endParaRPr lang="de-DE"/>
        </a:p>
      </dgm:t>
    </dgm:pt>
    <dgm:pt modelId="{552F4AB3-5E44-42D0-9656-5E48219CDD89}" type="pres">
      <dgm:prSet presAssocID="{9E24EA14-6C39-4CE7-85DA-1B75DBB96B69}" presName="compNode" presStyleCnt="0"/>
      <dgm:spPr/>
    </dgm:pt>
    <dgm:pt modelId="{3105032C-441F-4574-ACAB-0AA935E146E0}" type="pres">
      <dgm:prSet presAssocID="{9E24EA14-6C39-4CE7-85DA-1B75DBB96B69}" presName="iconBgRect" presStyleLbl="bgShp" presStyleIdx="3" presStyleCnt="6"/>
      <dgm:spPr/>
    </dgm:pt>
    <dgm:pt modelId="{A4C99042-6B73-47BC-81AE-ED5A3C624313}" type="pres">
      <dgm:prSet presAssocID="{9E24EA14-6C39-4CE7-85DA-1B75DBB96B69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51593970-827E-4377-9AA7-3A4A25A13AC7}" type="pres">
      <dgm:prSet presAssocID="{9E24EA14-6C39-4CE7-85DA-1B75DBB96B69}" presName="spaceRect" presStyleCnt="0"/>
      <dgm:spPr/>
    </dgm:pt>
    <dgm:pt modelId="{1699AC4F-F1A5-47C2-BAAA-833780E5B4AF}" type="pres">
      <dgm:prSet presAssocID="{9E24EA14-6C39-4CE7-85DA-1B75DBB96B69}" presName="textRect" presStyleLbl="revTx" presStyleIdx="3" presStyleCnt="6">
        <dgm:presLayoutVars>
          <dgm:chMax val="1"/>
          <dgm:chPref val="1"/>
        </dgm:presLayoutVars>
      </dgm:prSet>
      <dgm:spPr/>
      <dgm:t>
        <a:bodyPr/>
        <a:lstStyle/>
        <a:p>
          <a:endParaRPr lang="de-DE"/>
        </a:p>
      </dgm:t>
    </dgm:pt>
    <dgm:pt modelId="{8E1D2D75-958B-4607-8279-F965E7AB6A27}" type="pres">
      <dgm:prSet presAssocID="{E61DF827-E366-4846-A854-ABB6CF02128B}" presName="sibTrans" presStyleLbl="sibTrans2D1" presStyleIdx="0" presStyleCnt="0"/>
      <dgm:spPr/>
      <dgm:t>
        <a:bodyPr/>
        <a:lstStyle/>
        <a:p>
          <a:endParaRPr lang="de-DE"/>
        </a:p>
      </dgm:t>
    </dgm:pt>
    <dgm:pt modelId="{61E9CB59-A7E1-48FD-A6D3-C36CC648A1D7}" type="pres">
      <dgm:prSet presAssocID="{3F7C7859-B22A-4D64-AD73-CC933578DCF8}" presName="compNode" presStyleCnt="0"/>
      <dgm:spPr/>
    </dgm:pt>
    <dgm:pt modelId="{32613BD2-E908-4E5D-A64B-45AA637DEF51}" type="pres">
      <dgm:prSet presAssocID="{3F7C7859-B22A-4D64-AD73-CC933578DCF8}" presName="iconBgRect" presStyleLbl="bgShp" presStyleIdx="4" presStyleCnt="6"/>
      <dgm:spPr/>
    </dgm:pt>
    <dgm:pt modelId="{A3A79FF3-4827-4DC9-83C1-EAC9D7EE3112}" type="pres">
      <dgm:prSet presAssocID="{3F7C7859-B22A-4D64-AD73-CC933578DCF8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DF7460F5-B084-4FC7-88B0-2071B2106165}" type="pres">
      <dgm:prSet presAssocID="{3F7C7859-B22A-4D64-AD73-CC933578DCF8}" presName="spaceRect" presStyleCnt="0"/>
      <dgm:spPr/>
    </dgm:pt>
    <dgm:pt modelId="{B3FEE4CC-402D-4FA6-86B5-5C87495181F8}" type="pres">
      <dgm:prSet presAssocID="{3F7C7859-B22A-4D64-AD73-CC933578DCF8}" presName="textRect" presStyleLbl="revTx" presStyleIdx="4" presStyleCnt="6">
        <dgm:presLayoutVars>
          <dgm:chMax val="1"/>
          <dgm:chPref val="1"/>
        </dgm:presLayoutVars>
      </dgm:prSet>
      <dgm:spPr/>
      <dgm:t>
        <a:bodyPr/>
        <a:lstStyle/>
        <a:p>
          <a:endParaRPr lang="de-DE"/>
        </a:p>
      </dgm:t>
    </dgm:pt>
    <dgm:pt modelId="{3524859D-4AD5-4AED-B007-10643B3216FB}" type="pres">
      <dgm:prSet presAssocID="{27B2E4AB-3825-4E2B-9318-E91D6ECDCAE6}" presName="sibTrans" presStyleLbl="sibTrans2D1" presStyleIdx="0" presStyleCnt="0"/>
      <dgm:spPr/>
      <dgm:t>
        <a:bodyPr/>
        <a:lstStyle/>
        <a:p>
          <a:endParaRPr lang="de-DE"/>
        </a:p>
      </dgm:t>
    </dgm:pt>
    <dgm:pt modelId="{F55CE46F-6F55-4708-B119-E2D70DC52C88}" type="pres">
      <dgm:prSet presAssocID="{BF2F400A-1E5F-4E67-8649-8172E894D3DA}" presName="compNode" presStyleCnt="0"/>
      <dgm:spPr/>
    </dgm:pt>
    <dgm:pt modelId="{92D2275A-EC19-46A0-BE69-A12F9D269523}" type="pres">
      <dgm:prSet presAssocID="{BF2F400A-1E5F-4E67-8649-8172E894D3DA}" presName="iconBgRect" presStyleLbl="bgShp" presStyleIdx="5" presStyleCnt="6"/>
      <dgm:spPr/>
    </dgm:pt>
    <dgm:pt modelId="{9984EFB7-2B9F-46DE-88CE-5BE96E025E7F}" type="pres">
      <dgm:prSet presAssocID="{BF2F400A-1E5F-4E67-8649-8172E894D3DA}" presName="iconRect" presStyleLbl="node1" presStyleIdx="5" presStyleCnt="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FA279310-6B8D-4571-90F1-DDBC89BC3BE2}" type="pres">
      <dgm:prSet presAssocID="{BF2F400A-1E5F-4E67-8649-8172E894D3DA}" presName="spaceRect" presStyleCnt="0"/>
      <dgm:spPr/>
    </dgm:pt>
    <dgm:pt modelId="{3558905B-2AAB-41F5-8C64-11AB4E7093F8}" type="pres">
      <dgm:prSet presAssocID="{BF2F400A-1E5F-4E67-8649-8172E894D3DA}" presName="textRect" presStyleLbl="revTx" presStyleIdx="5" presStyleCnt="6">
        <dgm:presLayoutVars>
          <dgm:chMax val="1"/>
          <dgm:chPref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3DF461F-5272-4258-AE4C-079E2D6D3079}" type="presOf" srcId="{27B2E4AB-3825-4E2B-9318-E91D6ECDCAE6}" destId="{3524859D-4AD5-4AED-B007-10643B3216FB}" srcOrd="0" destOrd="0" presId="urn:microsoft.com/office/officeart/2018/2/layout/IconCircleList"/>
    <dgm:cxn modelId="{3B88F5C8-E569-4BBF-A2BD-CF85D5CA127D}" type="presOf" srcId="{8AA6F3F5-6F4E-4B9B-92C8-FD7B46EF4CCF}" destId="{658E2688-C9F7-45B7-9DA9-E5C7075EBF27}" srcOrd="0" destOrd="0" presId="urn:microsoft.com/office/officeart/2018/2/layout/IconCircleList"/>
    <dgm:cxn modelId="{7E278169-19A6-4C1E-BCC8-41A274BD0924}" type="presOf" srcId="{E61DF827-E366-4846-A854-ABB6CF02128B}" destId="{8E1D2D75-958B-4607-8279-F965E7AB6A27}" srcOrd="0" destOrd="0" presId="urn:microsoft.com/office/officeart/2018/2/layout/IconCircleList"/>
    <dgm:cxn modelId="{F825C6E2-7084-4474-AC13-8F1DEFCAE0BC}" type="presOf" srcId="{3F7C7859-B22A-4D64-AD73-CC933578DCF8}" destId="{B3FEE4CC-402D-4FA6-86B5-5C87495181F8}" srcOrd="0" destOrd="0" presId="urn:microsoft.com/office/officeart/2018/2/layout/IconCircleList"/>
    <dgm:cxn modelId="{A2CA296F-EAD4-4326-B18A-9DAC9630BE06}" srcId="{00927F05-3226-49B5-9179-1126C4341E3C}" destId="{D0EA2B6A-C02F-42BD-A75B-193CBB67A4D7}" srcOrd="1" destOrd="0" parTransId="{1D20A598-F927-4387-B314-EC6D4F171013}" sibTransId="{4DF8FC35-137F-468D-BAB7-0FD01E0FD94E}"/>
    <dgm:cxn modelId="{F3C5098F-6D98-452F-85A4-6BF170585686}" srcId="{00927F05-3226-49B5-9179-1126C4341E3C}" destId="{0D2B2107-2046-4DC9-B1E1-E21255997D4C}" srcOrd="2" destOrd="0" parTransId="{000F8C26-9D3A-4FD0-979B-C49A6AF78853}" sibTransId="{0846F954-5F12-4314-860D-321F4BABD9EC}"/>
    <dgm:cxn modelId="{9A369047-59B1-4E0C-820B-5189E85A0871}" srcId="{00927F05-3226-49B5-9179-1126C4341E3C}" destId="{9E24EA14-6C39-4CE7-85DA-1B75DBB96B69}" srcOrd="3" destOrd="0" parTransId="{A84FEAF7-EE8D-491E-A11C-48E0622EF0A8}" sibTransId="{E61DF827-E366-4846-A854-ABB6CF02128B}"/>
    <dgm:cxn modelId="{AC140E29-8157-4395-A892-FC3C27AD554D}" srcId="{00927F05-3226-49B5-9179-1126C4341E3C}" destId="{8AA6F3F5-6F4E-4B9B-92C8-FD7B46EF4CCF}" srcOrd="0" destOrd="0" parTransId="{5D34E491-BC5A-42A0-BB87-AC7491AB71FE}" sibTransId="{B39BD4C7-C2AD-43EB-AFCA-62EACA0F94C5}"/>
    <dgm:cxn modelId="{A094943C-A4DF-405D-B22B-365FAD859E2A}" type="presOf" srcId="{9E24EA14-6C39-4CE7-85DA-1B75DBB96B69}" destId="{1699AC4F-F1A5-47C2-BAAA-833780E5B4AF}" srcOrd="0" destOrd="0" presId="urn:microsoft.com/office/officeart/2018/2/layout/IconCircleList"/>
    <dgm:cxn modelId="{E35D797F-7E37-47FD-8183-B6F85F41FF65}" type="presOf" srcId="{0846F954-5F12-4314-860D-321F4BABD9EC}" destId="{F929C17B-6FE7-4FED-BC1A-0C69AEE5D838}" srcOrd="0" destOrd="0" presId="urn:microsoft.com/office/officeart/2018/2/layout/IconCircleList"/>
    <dgm:cxn modelId="{005C49F3-79E7-4C51-A2AF-76DCF970B500}" type="presOf" srcId="{B39BD4C7-C2AD-43EB-AFCA-62EACA0F94C5}" destId="{DB36528D-F382-4859-9147-37CD0A648417}" srcOrd="0" destOrd="0" presId="urn:microsoft.com/office/officeart/2018/2/layout/IconCircleList"/>
    <dgm:cxn modelId="{1F6ECA58-0386-47BC-ABD9-3CBB64338208}" type="presOf" srcId="{00927F05-3226-49B5-9179-1126C4341E3C}" destId="{BB71E4C0-EF35-45FC-B884-CA291F0D1AD9}" srcOrd="0" destOrd="0" presId="urn:microsoft.com/office/officeart/2018/2/layout/IconCircleList"/>
    <dgm:cxn modelId="{C52CF186-B531-4B71-A732-95A973DCF312}" type="presOf" srcId="{D0EA2B6A-C02F-42BD-A75B-193CBB67A4D7}" destId="{4ADEE74D-240C-40CC-89A6-6E844AEF17B8}" srcOrd="0" destOrd="0" presId="urn:microsoft.com/office/officeart/2018/2/layout/IconCircleList"/>
    <dgm:cxn modelId="{BA06F8E8-F5DD-4008-BAFC-5AC4D6D39A67}" srcId="{00927F05-3226-49B5-9179-1126C4341E3C}" destId="{3F7C7859-B22A-4D64-AD73-CC933578DCF8}" srcOrd="4" destOrd="0" parTransId="{96FC927C-9448-4D71-89EC-F605E79F4F00}" sibTransId="{27B2E4AB-3825-4E2B-9318-E91D6ECDCAE6}"/>
    <dgm:cxn modelId="{4224A209-97D0-4B24-A951-F163C557562B}" type="presOf" srcId="{0D2B2107-2046-4DC9-B1E1-E21255997D4C}" destId="{D8793C81-06B6-4610-AD1B-130F4BDE71D5}" srcOrd="0" destOrd="0" presId="urn:microsoft.com/office/officeart/2018/2/layout/IconCircleList"/>
    <dgm:cxn modelId="{E81DD59A-B3BE-4610-ACD3-4C1BCB1C786B}" srcId="{00927F05-3226-49B5-9179-1126C4341E3C}" destId="{BF2F400A-1E5F-4E67-8649-8172E894D3DA}" srcOrd="5" destOrd="0" parTransId="{9B07E276-283B-4BAA-8B83-C97F4DE1668C}" sibTransId="{FEE6E528-1C6F-4C2E-9709-E90FDA8EA3E3}"/>
    <dgm:cxn modelId="{8B4403C0-D3DE-403E-AE7B-555EF55017D5}" type="presOf" srcId="{BF2F400A-1E5F-4E67-8649-8172E894D3DA}" destId="{3558905B-2AAB-41F5-8C64-11AB4E7093F8}" srcOrd="0" destOrd="0" presId="urn:microsoft.com/office/officeart/2018/2/layout/IconCircleList"/>
    <dgm:cxn modelId="{EC0257F1-7722-4642-8AFC-F46544848B05}" type="presOf" srcId="{4DF8FC35-137F-468D-BAB7-0FD01E0FD94E}" destId="{C60F6369-1C3B-4371-AE09-761E54C63349}" srcOrd="0" destOrd="0" presId="urn:microsoft.com/office/officeart/2018/2/layout/IconCircleList"/>
    <dgm:cxn modelId="{87D96B2D-09BA-4002-B8B7-772E05DACB00}" type="presParOf" srcId="{BB71E4C0-EF35-45FC-B884-CA291F0D1AD9}" destId="{E9D84C29-1D24-4456-92AB-4EA5CC9065AA}" srcOrd="0" destOrd="0" presId="urn:microsoft.com/office/officeart/2018/2/layout/IconCircleList"/>
    <dgm:cxn modelId="{BD4F5BDB-1B75-4DC7-9D0E-EEC64ECEE9B0}" type="presParOf" srcId="{E9D84C29-1D24-4456-92AB-4EA5CC9065AA}" destId="{CDD77E40-00EC-4B43-881C-C560F334403F}" srcOrd="0" destOrd="0" presId="urn:microsoft.com/office/officeart/2018/2/layout/IconCircleList"/>
    <dgm:cxn modelId="{33EC8C90-91F7-45C8-B589-3C9097FE82B3}" type="presParOf" srcId="{CDD77E40-00EC-4B43-881C-C560F334403F}" destId="{2CFBCCB1-0C78-4515-BAAC-32C83AAF37C8}" srcOrd="0" destOrd="0" presId="urn:microsoft.com/office/officeart/2018/2/layout/IconCircleList"/>
    <dgm:cxn modelId="{CC55AA3B-A080-4875-A90D-FE392D5C4778}" type="presParOf" srcId="{CDD77E40-00EC-4B43-881C-C560F334403F}" destId="{361F0664-E95D-46B6-BA19-5CFA84385613}" srcOrd="1" destOrd="0" presId="urn:microsoft.com/office/officeart/2018/2/layout/IconCircleList"/>
    <dgm:cxn modelId="{2E8F3FA2-6564-4E55-A337-06F13DFE59F5}" type="presParOf" srcId="{CDD77E40-00EC-4B43-881C-C560F334403F}" destId="{B08D8F39-FFF9-423D-9836-CC9CA4439029}" srcOrd="2" destOrd="0" presId="urn:microsoft.com/office/officeart/2018/2/layout/IconCircleList"/>
    <dgm:cxn modelId="{1E8427FF-3423-4A32-972A-3A1FC843761D}" type="presParOf" srcId="{CDD77E40-00EC-4B43-881C-C560F334403F}" destId="{658E2688-C9F7-45B7-9DA9-E5C7075EBF27}" srcOrd="3" destOrd="0" presId="urn:microsoft.com/office/officeart/2018/2/layout/IconCircleList"/>
    <dgm:cxn modelId="{3DBAB693-5224-4C6B-9E25-CE2CACA35785}" type="presParOf" srcId="{E9D84C29-1D24-4456-92AB-4EA5CC9065AA}" destId="{DB36528D-F382-4859-9147-37CD0A648417}" srcOrd="1" destOrd="0" presId="urn:microsoft.com/office/officeart/2018/2/layout/IconCircleList"/>
    <dgm:cxn modelId="{EB1A3BB0-503B-40DF-A194-9171E417E2C0}" type="presParOf" srcId="{E9D84C29-1D24-4456-92AB-4EA5CC9065AA}" destId="{37D2D662-EB9D-4498-B44B-C4F3F2CCA381}" srcOrd="2" destOrd="0" presId="urn:microsoft.com/office/officeart/2018/2/layout/IconCircleList"/>
    <dgm:cxn modelId="{F48C2D16-B292-439B-88BE-E4EBB2C95C08}" type="presParOf" srcId="{37D2D662-EB9D-4498-B44B-C4F3F2CCA381}" destId="{A00ED268-A185-4748-B8AA-AEFA7E6732B9}" srcOrd="0" destOrd="0" presId="urn:microsoft.com/office/officeart/2018/2/layout/IconCircleList"/>
    <dgm:cxn modelId="{931A09DB-FB38-4CDE-BC84-4803F65718CD}" type="presParOf" srcId="{37D2D662-EB9D-4498-B44B-C4F3F2CCA381}" destId="{F30AB6D7-6EF8-42B6-8E5A-64AB435EDE48}" srcOrd="1" destOrd="0" presId="urn:microsoft.com/office/officeart/2018/2/layout/IconCircleList"/>
    <dgm:cxn modelId="{5C44A1FA-7C68-482D-AFE9-C57B4FBC0DC6}" type="presParOf" srcId="{37D2D662-EB9D-4498-B44B-C4F3F2CCA381}" destId="{0A6640C5-9EE2-4BD3-A57C-ECCDBF4A6679}" srcOrd="2" destOrd="0" presId="urn:microsoft.com/office/officeart/2018/2/layout/IconCircleList"/>
    <dgm:cxn modelId="{47B4A5A8-A57B-412C-9587-BE03C03723ED}" type="presParOf" srcId="{37D2D662-EB9D-4498-B44B-C4F3F2CCA381}" destId="{4ADEE74D-240C-40CC-89A6-6E844AEF17B8}" srcOrd="3" destOrd="0" presId="urn:microsoft.com/office/officeart/2018/2/layout/IconCircleList"/>
    <dgm:cxn modelId="{00ADF76C-8767-4C9A-9A16-35EE54EE3CA0}" type="presParOf" srcId="{E9D84C29-1D24-4456-92AB-4EA5CC9065AA}" destId="{C60F6369-1C3B-4371-AE09-761E54C63349}" srcOrd="3" destOrd="0" presId="urn:microsoft.com/office/officeart/2018/2/layout/IconCircleList"/>
    <dgm:cxn modelId="{FD0BD367-8E20-47D7-99B1-C4148BE00614}" type="presParOf" srcId="{E9D84C29-1D24-4456-92AB-4EA5CC9065AA}" destId="{BA8A341E-31E4-40DB-B3EB-04DA3F0B8885}" srcOrd="4" destOrd="0" presId="urn:microsoft.com/office/officeart/2018/2/layout/IconCircleList"/>
    <dgm:cxn modelId="{65AA8604-04EE-4D01-AE79-9B013B8566B4}" type="presParOf" srcId="{BA8A341E-31E4-40DB-B3EB-04DA3F0B8885}" destId="{5BFC8D1A-2D0F-40DB-94B7-7FEE141BC640}" srcOrd="0" destOrd="0" presId="urn:microsoft.com/office/officeart/2018/2/layout/IconCircleList"/>
    <dgm:cxn modelId="{2B7DFDCE-542A-4004-AA6A-99F16EF79554}" type="presParOf" srcId="{BA8A341E-31E4-40DB-B3EB-04DA3F0B8885}" destId="{61A1A0E5-D51D-4861-ADE5-CD2CF1ACC2E2}" srcOrd="1" destOrd="0" presId="urn:microsoft.com/office/officeart/2018/2/layout/IconCircleList"/>
    <dgm:cxn modelId="{627828F9-373D-4317-8F25-E817DFB8329E}" type="presParOf" srcId="{BA8A341E-31E4-40DB-B3EB-04DA3F0B8885}" destId="{306152E9-C93C-4F3C-9BAD-177AEABAF2C2}" srcOrd="2" destOrd="0" presId="urn:microsoft.com/office/officeart/2018/2/layout/IconCircleList"/>
    <dgm:cxn modelId="{650DC757-3838-4178-8957-0EE9B22D6603}" type="presParOf" srcId="{BA8A341E-31E4-40DB-B3EB-04DA3F0B8885}" destId="{D8793C81-06B6-4610-AD1B-130F4BDE71D5}" srcOrd="3" destOrd="0" presId="urn:microsoft.com/office/officeart/2018/2/layout/IconCircleList"/>
    <dgm:cxn modelId="{F68945ED-7952-44AC-AC32-0E3366B672EF}" type="presParOf" srcId="{E9D84C29-1D24-4456-92AB-4EA5CC9065AA}" destId="{F929C17B-6FE7-4FED-BC1A-0C69AEE5D838}" srcOrd="5" destOrd="0" presId="urn:microsoft.com/office/officeart/2018/2/layout/IconCircleList"/>
    <dgm:cxn modelId="{731B3720-4140-43E5-9965-8AC000A96E73}" type="presParOf" srcId="{E9D84C29-1D24-4456-92AB-4EA5CC9065AA}" destId="{552F4AB3-5E44-42D0-9656-5E48219CDD89}" srcOrd="6" destOrd="0" presId="urn:microsoft.com/office/officeart/2018/2/layout/IconCircleList"/>
    <dgm:cxn modelId="{6654F5E7-ACF7-42F8-A64B-6D07E1C5E09C}" type="presParOf" srcId="{552F4AB3-5E44-42D0-9656-5E48219CDD89}" destId="{3105032C-441F-4574-ACAB-0AA935E146E0}" srcOrd="0" destOrd="0" presId="urn:microsoft.com/office/officeart/2018/2/layout/IconCircleList"/>
    <dgm:cxn modelId="{013EFB3C-D449-495D-96CA-C4523CBF7432}" type="presParOf" srcId="{552F4AB3-5E44-42D0-9656-5E48219CDD89}" destId="{A4C99042-6B73-47BC-81AE-ED5A3C624313}" srcOrd="1" destOrd="0" presId="urn:microsoft.com/office/officeart/2018/2/layout/IconCircleList"/>
    <dgm:cxn modelId="{8C09E80C-7B10-42E5-8B62-DCA14C717D26}" type="presParOf" srcId="{552F4AB3-5E44-42D0-9656-5E48219CDD89}" destId="{51593970-827E-4377-9AA7-3A4A25A13AC7}" srcOrd="2" destOrd="0" presId="urn:microsoft.com/office/officeart/2018/2/layout/IconCircleList"/>
    <dgm:cxn modelId="{05F221F6-16C7-4F9B-BD08-79DC1E323ADF}" type="presParOf" srcId="{552F4AB3-5E44-42D0-9656-5E48219CDD89}" destId="{1699AC4F-F1A5-47C2-BAAA-833780E5B4AF}" srcOrd="3" destOrd="0" presId="urn:microsoft.com/office/officeart/2018/2/layout/IconCircleList"/>
    <dgm:cxn modelId="{59117937-C451-4255-8432-7D9E4FBEFF95}" type="presParOf" srcId="{E9D84C29-1D24-4456-92AB-4EA5CC9065AA}" destId="{8E1D2D75-958B-4607-8279-F965E7AB6A27}" srcOrd="7" destOrd="0" presId="urn:microsoft.com/office/officeart/2018/2/layout/IconCircleList"/>
    <dgm:cxn modelId="{87BC9B34-FE3C-469B-82A1-75FC02F5DE28}" type="presParOf" srcId="{E9D84C29-1D24-4456-92AB-4EA5CC9065AA}" destId="{61E9CB59-A7E1-48FD-A6D3-C36CC648A1D7}" srcOrd="8" destOrd="0" presId="urn:microsoft.com/office/officeart/2018/2/layout/IconCircleList"/>
    <dgm:cxn modelId="{276DE33F-96F3-45A3-AFAE-ABC5AC95DC13}" type="presParOf" srcId="{61E9CB59-A7E1-48FD-A6D3-C36CC648A1D7}" destId="{32613BD2-E908-4E5D-A64B-45AA637DEF51}" srcOrd="0" destOrd="0" presId="urn:microsoft.com/office/officeart/2018/2/layout/IconCircleList"/>
    <dgm:cxn modelId="{E59E6A0C-2626-44D9-B978-753B1103AB16}" type="presParOf" srcId="{61E9CB59-A7E1-48FD-A6D3-C36CC648A1D7}" destId="{A3A79FF3-4827-4DC9-83C1-EAC9D7EE3112}" srcOrd="1" destOrd="0" presId="urn:microsoft.com/office/officeart/2018/2/layout/IconCircleList"/>
    <dgm:cxn modelId="{3C517CA7-527F-4BE5-B921-AB3C4941C1B3}" type="presParOf" srcId="{61E9CB59-A7E1-48FD-A6D3-C36CC648A1D7}" destId="{DF7460F5-B084-4FC7-88B0-2071B2106165}" srcOrd="2" destOrd="0" presId="urn:microsoft.com/office/officeart/2018/2/layout/IconCircleList"/>
    <dgm:cxn modelId="{5059F152-33E4-4D86-BE94-0A9B64DE618D}" type="presParOf" srcId="{61E9CB59-A7E1-48FD-A6D3-C36CC648A1D7}" destId="{B3FEE4CC-402D-4FA6-86B5-5C87495181F8}" srcOrd="3" destOrd="0" presId="urn:microsoft.com/office/officeart/2018/2/layout/IconCircleList"/>
    <dgm:cxn modelId="{32D074F5-0249-4D7E-BB88-6C66754D5D4E}" type="presParOf" srcId="{E9D84C29-1D24-4456-92AB-4EA5CC9065AA}" destId="{3524859D-4AD5-4AED-B007-10643B3216FB}" srcOrd="9" destOrd="0" presId="urn:microsoft.com/office/officeart/2018/2/layout/IconCircleList"/>
    <dgm:cxn modelId="{F3568E3A-8522-4068-82EE-0E98955F70E3}" type="presParOf" srcId="{E9D84C29-1D24-4456-92AB-4EA5CC9065AA}" destId="{F55CE46F-6F55-4708-B119-E2D70DC52C88}" srcOrd="10" destOrd="0" presId="urn:microsoft.com/office/officeart/2018/2/layout/IconCircleList"/>
    <dgm:cxn modelId="{D71719A3-6A71-4BE7-9759-3B3C24BED40D}" type="presParOf" srcId="{F55CE46F-6F55-4708-B119-E2D70DC52C88}" destId="{92D2275A-EC19-46A0-BE69-A12F9D269523}" srcOrd="0" destOrd="0" presId="urn:microsoft.com/office/officeart/2018/2/layout/IconCircleList"/>
    <dgm:cxn modelId="{BFFFE167-AA93-473E-A732-66EC4C47798D}" type="presParOf" srcId="{F55CE46F-6F55-4708-B119-E2D70DC52C88}" destId="{9984EFB7-2B9F-46DE-88CE-5BE96E025E7F}" srcOrd="1" destOrd="0" presId="urn:microsoft.com/office/officeart/2018/2/layout/IconCircleList"/>
    <dgm:cxn modelId="{0A00185D-2640-4E94-BA10-D9A41E4D6894}" type="presParOf" srcId="{F55CE46F-6F55-4708-B119-E2D70DC52C88}" destId="{FA279310-6B8D-4571-90F1-DDBC89BC3BE2}" srcOrd="2" destOrd="0" presId="urn:microsoft.com/office/officeart/2018/2/layout/IconCircleList"/>
    <dgm:cxn modelId="{EA7DEB3B-A509-4377-AF80-2E9A7E3F0305}" type="presParOf" srcId="{F55CE46F-6F55-4708-B119-E2D70DC52C88}" destId="{3558905B-2AAB-41F5-8C64-11AB4E7093F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7367BB-2469-4311-BF9F-2E9A6CE77A67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32B5124-84B6-425B-9294-55E26D2FACBC}">
      <dgm:prSet/>
      <dgm:spPr/>
      <dgm:t>
        <a:bodyPr/>
        <a:lstStyle/>
        <a:p>
          <a:pPr rtl="0"/>
          <a:r>
            <a:rPr lang="de-DE" dirty="0">
              <a:latin typeface="Gill Sans MT" panose="020B0502020104020203"/>
            </a:rPr>
            <a:t>Basierend auf PHP programmiert </a:t>
          </a:r>
          <a:endParaRPr lang="en-US" dirty="0"/>
        </a:p>
      </dgm:t>
    </dgm:pt>
    <dgm:pt modelId="{194BC91F-6B1D-421C-A7AC-7C5B694A76B8}" type="parTrans" cxnId="{5CE65C65-C09C-4C33-B1EB-8F1F454C072E}">
      <dgm:prSet/>
      <dgm:spPr/>
      <dgm:t>
        <a:bodyPr/>
        <a:lstStyle/>
        <a:p>
          <a:endParaRPr lang="en-US"/>
        </a:p>
      </dgm:t>
    </dgm:pt>
    <dgm:pt modelId="{D9986DDE-06CD-4BAC-9854-75829AAC2997}" type="sibTrans" cxnId="{5CE65C65-C09C-4C33-B1EB-8F1F454C072E}">
      <dgm:prSet/>
      <dgm:spPr/>
      <dgm:t>
        <a:bodyPr/>
        <a:lstStyle/>
        <a:p>
          <a:endParaRPr lang="en-US"/>
        </a:p>
      </dgm:t>
    </dgm:pt>
    <dgm:pt modelId="{2A768488-7708-4837-A5CB-667C5B4DA6D4}">
      <dgm:prSet phldr="0"/>
      <dgm:spPr/>
      <dgm:t>
        <a:bodyPr/>
        <a:lstStyle/>
        <a:p>
          <a:pPr rtl="0"/>
          <a:r>
            <a:rPr lang="de-DE"/>
            <a:t>Schnelle Ladezeiten der Website</a:t>
          </a:r>
        </a:p>
      </dgm:t>
    </dgm:pt>
    <dgm:pt modelId="{5719947A-FDB2-4DC7-81FD-E2798F84CBEF}" type="parTrans" cxnId="{E1A49272-4AF8-4E17-AFF2-1EF2F96EAE7B}">
      <dgm:prSet/>
      <dgm:spPr/>
      <dgm:t>
        <a:bodyPr/>
        <a:lstStyle/>
        <a:p>
          <a:endParaRPr lang="en-US"/>
        </a:p>
      </dgm:t>
    </dgm:pt>
    <dgm:pt modelId="{73A90090-8C50-4C08-BC5F-2636FFFF175B}" type="sibTrans" cxnId="{E1A49272-4AF8-4E17-AFF2-1EF2F96EAE7B}">
      <dgm:prSet/>
      <dgm:spPr/>
      <dgm:t>
        <a:bodyPr/>
        <a:lstStyle/>
        <a:p>
          <a:endParaRPr lang="en-US"/>
        </a:p>
      </dgm:t>
    </dgm:pt>
    <dgm:pt modelId="{370BB25A-170F-49C8-B344-9E41DAE94F5F}">
      <dgm:prSet/>
      <dgm:spPr/>
      <dgm:t>
        <a:bodyPr/>
        <a:lstStyle/>
        <a:p>
          <a:r>
            <a:rPr lang="de-DE"/>
            <a:t>Keine zentrale Datenverwaltung ohne Eingreifen des Nutzers</a:t>
          </a:r>
          <a:endParaRPr lang="en-US"/>
        </a:p>
      </dgm:t>
    </dgm:pt>
    <dgm:pt modelId="{30857109-0B41-48DA-92E9-DE14979D1B87}" type="parTrans" cxnId="{69E120CF-3114-40EE-85D6-7B39FBC783E5}">
      <dgm:prSet/>
      <dgm:spPr/>
      <dgm:t>
        <a:bodyPr/>
        <a:lstStyle/>
        <a:p>
          <a:endParaRPr lang="en-US"/>
        </a:p>
      </dgm:t>
    </dgm:pt>
    <dgm:pt modelId="{0F203596-807C-4832-8237-4BC5B6E80D44}" type="sibTrans" cxnId="{69E120CF-3114-40EE-85D6-7B39FBC783E5}">
      <dgm:prSet/>
      <dgm:spPr/>
      <dgm:t>
        <a:bodyPr/>
        <a:lstStyle/>
        <a:p>
          <a:endParaRPr lang="en-US"/>
        </a:p>
      </dgm:t>
    </dgm:pt>
    <dgm:pt modelId="{95CA9116-309D-4205-8DE6-F37EC38E964D}">
      <dgm:prSet/>
      <dgm:spPr/>
      <dgm:t>
        <a:bodyPr/>
        <a:lstStyle/>
        <a:p>
          <a:r>
            <a:rPr lang="de-DE"/>
            <a:t>Unübersichtliche Darstellungsweise</a:t>
          </a:r>
          <a:endParaRPr lang="en-US"/>
        </a:p>
      </dgm:t>
    </dgm:pt>
    <dgm:pt modelId="{2E94E2B0-620D-4A50-9CD8-4141E52FE583}" type="parTrans" cxnId="{05C67B5C-68BC-44F1-9664-60D5602A1687}">
      <dgm:prSet/>
      <dgm:spPr/>
      <dgm:t>
        <a:bodyPr/>
        <a:lstStyle/>
        <a:p>
          <a:endParaRPr lang="en-US"/>
        </a:p>
      </dgm:t>
    </dgm:pt>
    <dgm:pt modelId="{E0E19897-427F-42FC-A7D9-BFCD84225B78}" type="sibTrans" cxnId="{05C67B5C-68BC-44F1-9664-60D5602A1687}">
      <dgm:prSet/>
      <dgm:spPr/>
      <dgm:t>
        <a:bodyPr/>
        <a:lstStyle/>
        <a:p>
          <a:endParaRPr lang="en-US"/>
        </a:p>
      </dgm:t>
    </dgm:pt>
    <dgm:pt modelId="{C25E77FF-3982-400E-98E7-9A6056579F42}">
      <dgm:prSet/>
      <dgm:spPr/>
      <dgm:t>
        <a:bodyPr/>
        <a:lstStyle/>
        <a:p>
          <a:r>
            <a:rPr lang="de-DE"/>
            <a:t>Keine Ausfallsicherheit durch Abhängigkeit des lokalen Schulnetzes</a:t>
          </a:r>
          <a:endParaRPr lang="en-US"/>
        </a:p>
      </dgm:t>
    </dgm:pt>
    <dgm:pt modelId="{0A258DAE-88DC-4963-B94F-4A1F34B645BA}" type="parTrans" cxnId="{B8A046D7-3419-4110-B124-092AECF95B82}">
      <dgm:prSet/>
      <dgm:spPr/>
      <dgm:t>
        <a:bodyPr/>
        <a:lstStyle/>
        <a:p>
          <a:endParaRPr lang="en-US"/>
        </a:p>
      </dgm:t>
    </dgm:pt>
    <dgm:pt modelId="{E1F42FF9-570F-440E-8805-FBE9214B877C}" type="sibTrans" cxnId="{B8A046D7-3419-4110-B124-092AECF95B82}">
      <dgm:prSet/>
      <dgm:spPr/>
      <dgm:t>
        <a:bodyPr/>
        <a:lstStyle/>
        <a:p>
          <a:endParaRPr lang="en-US"/>
        </a:p>
      </dgm:t>
    </dgm:pt>
    <dgm:pt modelId="{D0CEFC83-C517-477F-BAE8-D7048B8DA276}">
      <dgm:prSet phldr="0"/>
      <dgm:spPr/>
      <dgm:t>
        <a:bodyPr/>
        <a:lstStyle/>
        <a:p>
          <a:pPr rtl="0"/>
          <a:r>
            <a:rPr lang="de-DE">
              <a:latin typeface="Gill Sans MT" panose="020B0502020104020203"/>
            </a:rPr>
            <a:t>Keine Automatisierung</a:t>
          </a:r>
          <a:endParaRPr lang="de-DE"/>
        </a:p>
      </dgm:t>
    </dgm:pt>
    <dgm:pt modelId="{62E8DE47-8313-4B65-97BB-C3C0C516F38A}" type="parTrans" cxnId="{7013A659-AAA9-4803-A7E9-3744C8E627F1}">
      <dgm:prSet/>
      <dgm:spPr/>
      <dgm:t>
        <a:bodyPr/>
        <a:lstStyle/>
        <a:p>
          <a:endParaRPr lang="en-US"/>
        </a:p>
      </dgm:t>
    </dgm:pt>
    <dgm:pt modelId="{172710D5-5556-4BAF-A492-EBA4EFE2A418}" type="sibTrans" cxnId="{7013A659-AAA9-4803-A7E9-3744C8E627F1}">
      <dgm:prSet/>
      <dgm:spPr/>
      <dgm:t>
        <a:bodyPr/>
        <a:lstStyle/>
        <a:p>
          <a:endParaRPr lang="en-US"/>
        </a:p>
      </dgm:t>
    </dgm:pt>
    <dgm:pt modelId="{FBFADD95-C4E7-4C67-861F-5068EE074028}">
      <dgm:prSet phldr="0"/>
      <dgm:spPr/>
      <dgm:t>
        <a:bodyPr/>
        <a:lstStyle/>
        <a:p>
          <a:r>
            <a:rPr lang="de-DE"/>
            <a:t>Umständliche Anwendung durch Mehrfachinteraktion des Nutzers </a:t>
          </a:r>
        </a:p>
      </dgm:t>
    </dgm:pt>
    <dgm:pt modelId="{74823903-D866-46BA-BCCF-363187C13065}" type="parTrans" cxnId="{502C7E19-7BB1-45AA-94BD-54E9F52BE331}">
      <dgm:prSet/>
      <dgm:spPr/>
      <dgm:t>
        <a:bodyPr/>
        <a:lstStyle/>
        <a:p>
          <a:endParaRPr lang="de-DE"/>
        </a:p>
      </dgm:t>
    </dgm:pt>
    <dgm:pt modelId="{FCA3B0A2-BBA1-40ED-9E52-6DDF25A8ED9D}" type="sibTrans" cxnId="{502C7E19-7BB1-45AA-94BD-54E9F52BE331}">
      <dgm:prSet/>
      <dgm:spPr/>
      <dgm:t>
        <a:bodyPr/>
        <a:lstStyle/>
        <a:p>
          <a:endParaRPr lang="de-DE"/>
        </a:p>
      </dgm:t>
    </dgm:pt>
    <dgm:pt modelId="{82D19B36-B54F-4D0E-80A5-3C54A260F12F}" type="pres">
      <dgm:prSet presAssocID="{AE7367BB-2469-4311-BF9F-2E9A6CE77A6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A52B9076-26EA-4B94-98C5-0BBB3638FD8D}" type="pres">
      <dgm:prSet presAssocID="{FBFADD95-C4E7-4C67-861F-5068EE074028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4BCD5D9-03C0-413F-A1A4-06EF141107BC}" type="pres">
      <dgm:prSet presAssocID="{FCA3B0A2-BBA1-40ED-9E52-6DDF25A8ED9D}" presName="spacer" presStyleCnt="0"/>
      <dgm:spPr/>
    </dgm:pt>
    <dgm:pt modelId="{E25F7989-EB81-4CC3-B0FA-6BBA4189B01E}" type="pres">
      <dgm:prSet presAssocID="{A32B5124-84B6-425B-9294-55E26D2FACBC}" presName="parentText" presStyleLbl="node1" presStyleIdx="1" presStyleCnt="7" custLinFactY="400000" custLinFactNeighborX="0" custLinFactNeighborY="496363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FCCD57F-6C94-40CC-A752-4852B95E2045}" type="pres">
      <dgm:prSet presAssocID="{D9986DDE-06CD-4BAC-9854-75829AAC2997}" presName="spacer" presStyleCnt="0"/>
      <dgm:spPr/>
    </dgm:pt>
    <dgm:pt modelId="{F65FBDE7-EBB3-4895-BF99-002A750678DD}" type="pres">
      <dgm:prSet presAssocID="{2A768488-7708-4837-A5CB-667C5B4DA6D4}" presName="parentText" presStyleLbl="node1" presStyleIdx="2" presStyleCnt="7" custLinFactY="401505" custLinFactNeighborX="0" custLinFactNeighborY="500000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CF714E5-A49B-4CB8-A4E3-9E043006FF91}" type="pres">
      <dgm:prSet presAssocID="{73A90090-8C50-4C08-BC5F-2636FFFF175B}" presName="spacer" presStyleCnt="0"/>
      <dgm:spPr/>
    </dgm:pt>
    <dgm:pt modelId="{AEE39A8D-9842-45E6-940B-37BBDA8D2201}" type="pres">
      <dgm:prSet presAssocID="{370BB25A-170F-49C8-B344-9E41DAE94F5F}" presName="parentText" presStyleLbl="node1" presStyleIdx="3" presStyleCnt="7" custLinFactY="-198694" custLinFactNeighborX="0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32EF9D1-8AEB-4762-BE7E-6336C3F68449}" type="pres">
      <dgm:prSet presAssocID="{0F203596-807C-4832-8237-4BC5B6E80D44}" presName="spacer" presStyleCnt="0"/>
      <dgm:spPr/>
    </dgm:pt>
    <dgm:pt modelId="{D7B4D9E5-B7EE-48C8-AC0C-D8F8D8129BA9}" type="pres">
      <dgm:prSet presAssocID="{95CA9116-309D-4205-8DE6-F37EC38E964D}" presName="parentText" presStyleLbl="node1" presStyleIdx="4" presStyleCnt="7" custLinFactY="-194837" custLinFactNeighborX="0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F8C1BAC-53D0-44DD-8FCC-0192A503ED68}" type="pres">
      <dgm:prSet presAssocID="{E0E19897-427F-42FC-A7D9-BFCD84225B78}" presName="spacer" presStyleCnt="0"/>
      <dgm:spPr/>
    </dgm:pt>
    <dgm:pt modelId="{10830EB9-EC2F-4C60-8CD3-B5667884231A}" type="pres">
      <dgm:prSet presAssocID="{C25E77FF-3982-400E-98E7-9A6056579F42}" presName="parentText" presStyleLbl="node1" presStyleIdx="5" presStyleCnt="7" custLinFactY="-191822" custLinFactNeighborX="0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B8CC8C-D3D8-4A86-8E27-C62AD04163EF}" type="pres">
      <dgm:prSet presAssocID="{E1F42FF9-570F-440E-8805-FBE9214B877C}" presName="spacer" presStyleCnt="0"/>
      <dgm:spPr/>
    </dgm:pt>
    <dgm:pt modelId="{13FF51FA-512E-4FFD-B4CE-0106340A8DAE}" type="pres">
      <dgm:prSet presAssocID="{D0CEFC83-C517-477F-BAE8-D7048B8DA276}" presName="parentText" presStyleLbl="node1" presStyleIdx="6" presStyleCnt="7" custLinFactY="-187778" custLinFactNeighborX="0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511C819-D15F-452C-B34C-EF7B89964D44}" type="presOf" srcId="{2A768488-7708-4837-A5CB-667C5B4DA6D4}" destId="{F65FBDE7-EBB3-4895-BF99-002A750678DD}" srcOrd="0" destOrd="0" presId="urn:microsoft.com/office/officeart/2005/8/layout/vList2"/>
    <dgm:cxn modelId="{DE372179-142B-4E04-B293-69C7A4A1CB43}" type="presOf" srcId="{C25E77FF-3982-400E-98E7-9A6056579F42}" destId="{10830EB9-EC2F-4C60-8CD3-B5667884231A}" srcOrd="0" destOrd="0" presId="urn:microsoft.com/office/officeart/2005/8/layout/vList2"/>
    <dgm:cxn modelId="{E1A49272-4AF8-4E17-AFF2-1EF2F96EAE7B}" srcId="{AE7367BB-2469-4311-BF9F-2E9A6CE77A67}" destId="{2A768488-7708-4837-A5CB-667C5B4DA6D4}" srcOrd="2" destOrd="0" parTransId="{5719947A-FDB2-4DC7-81FD-E2798F84CBEF}" sibTransId="{73A90090-8C50-4C08-BC5F-2636FFFF175B}"/>
    <dgm:cxn modelId="{247E7FB2-2255-43CD-888B-D413AFCBDF80}" type="presOf" srcId="{95CA9116-309D-4205-8DE6-F37EC38E964D}" destId="{D7B4D9E5-B7EE-48C8-AC0C-D8F8D8129BA9}" srcOrd="0" destOrd="0" presId="urn:microsoft.com/office/officeart/2005/8/layout/vList2"/>
    <dgm:cxn modelId="{3AF647C0-647A-42ED-B14A-609129B29869}" type="presOf" srcId="{D0CEFC83-C517-477F-BAE8-D7048B8DA276}" destId="{13FF51FA-512E-4FFD-B4CE-0106340A8DAE}" srcOrd="0" destOrd="0" presId="urn:microsoft.com/office/officeart/2005/8/layout/vList2"/>
    <dgm:cxn modelId="{7013A659-AAA9-4803-A7E9-3744C8E627F1}" srcId="{AE7367BB-2469-4311-BF9F-2E9A6CE77A67}" destId="{D0CEFC83-C517-477F-BAE8-D7048B8DA276}" srcOrd="6" destOrd="0" parTransId="{62E8DE47-8313-4B65-97BB-C3C0C516F38A}" sibTransId="{172710D5-5556-4BAF-A492-EBA4EFE2A418}"/>
    <dgm:cxn modelId="{C2AF6579-BA07-4780-9572-DC59991D29C7}" type="presOf" srcId="{FBFADD95-C4E7-4C67-861F-5068EE074028}" destId="{A52B9076-26EA-4B94-98C5-0BBB3638FD8D}" srcOrd="0" destOrd="0" presId="urn:microsoft.com/office/officeart/2005/8/layout/vList2"/>
    <dgm:cxn modelId="{E28EABB0-9E1D-4951-9B69-45F49839C9D4}" type="presOf" srcId="{A32B5124-84B6-425B-9294-55E26D2FACBC}" destId="{E25F7989-EB81-4CC3-B0FA-6BBA4189B01E}" srcOrd="0" destOrd="0" presId="urn:microsoft.com/office/officeart/2005/8/layout/vList2"/>
    <dgm:cxn modelId="{96058C62-994A-471A-A176-68A1C60A836B}" type="presOf" srcId="{AE7367BB-2469-4311-BF9F-2E9A6CE77A67}" destId="{82D19B36-B54F-4D0E-80A5-3C54A260F12F}" srcOrd="0" destOrd="0" presId="urn:microsoft.com/office/officeart/2005/8/layout/vList2"/>
    <dgm:cxn modelId="{5CE65C65-C09C-4C33-B1EB-8F1F454C072E}" srcId="{AE7367BB-2469-4311-BF9F-2E9A6CE77A67}" destId="{A32B5124-84B6-425B-9294-55E26D2FACBC}" srcOrd="1" destOrd="0" parTransId="{194BC91F-6B1D-421C-A7AC-7C5B694A76B8}" sibTransId="{D9986DDE-06CD-4BAC-9854-75829AAC2997}"/>
    <dgm:cxn modelId="{B8A046D7-3419-4110-B124-092AECF95B82}" srcId="{AE7367BB-2469-4311-BF9F-2E9A6CE77A67}" destId="{C25E77FF-3982-400E-98E7-9A6056579F42}" srcOrd="5" destOrd="0" parTransId="{0A258DAE-88DC-4963-B94F-4A1F34B645BA}" sibTransId="{E1F42FF9-570F-440E-8805-FBE9214B877C}"/>
    <dgm:cxn modelId="{69E120CF-3114-40EE-85D6-7B39FBC783E5}" srcId="{AE7367BB-2469-4311-BF9F-2E9A6CE77A67}" destId="{370BB25A-170F-49C8-B344-9E41DAE94F5F}" srcOrd="3" destOrd="0" parTransId="{30857109-0B41-48DA-92E9-DE14979D1B87}" sibTransId="{0F203596-807C-4832-8237-4BC5B6E80D44}"/>
    <dgm:cxn modelId="{E0323FF8-E807-4631-8CA5-9645BED2CB61}" type="presOf" srcId="{370BB25A-170F-49C8-B344-9E41DAE94F5F}" destId="{AEE39A8D-9842-45E6-940B-37BBDA8D2201}" srcOrd="0" destOrd="0" presId="urn:microsoft.com/office/officeart/2005/8/layout/vList2"/>
    <dgm:cxn modelId="{05C67B5C-68BC-44F1-9664-60D5602A1687}" srcId="{AE7367BB-2469-4311-BF9F-2E9A6CE77A67}" destId="{95CA9116-309D-4205-8DE6-F37EC38E964D}" srcOrd="4" destOrd="0" parTransId="{2E94E2B0-620D-4A50-9CD8-4141E52FE583}" sibTransId="{E0E19897-427F-42FC-A7D9-BFCD84225B78}"/>
    <dgm:cxn modelId="{502C7E19-7BB1-45AA-94BD-54E9F52BE331}" srcId="{AE7367BB-2469-4311-BF9F-2E9A6CE77A67}" destId="{FBFADD95-C4E7-4C67-861F-5068EE074028}" srcOrd="0" destOrd="0" parTransId="{74823903-D866-46BA-BCCF-363187C13065}" sibTransId="{FCA3B0A2-BBA1-40ED-9E52-6DDF25A8ED9D}"/>
    <dgm:cxn modelId="{D91F549A-A91A-4FC4-B9FB-CD1E6D158A1A}" type="presParOf" srcId="{82D19B36-B54F-4D0E-80A5-3C54A260F12F}" destId="{A52B9076-26EA-4B94-98C5-0BBB3638FD8D}" srcOrd="0" destOrd="0" presId="urn:microsoft.com/office/officeart/2005/8/layout/vList2"/>
    <dgm:cxn modelId="{DB3D8EBA-F5E2-4F56-8C48-6F7BDEE34583}" type="presParOf" srcId="{82D19B36-B54F-4D0E-80A5-3C54A260F12F}" destId="{04BCD5D9-03C0-413F-A1A4-06EF141107BC}" srcOrd="1" destOrd="0" presId="urn:microsoft.com/office/officeart/2005/8/layout/vList2"/>
    <dgm:cxn modelId="{3AE49D4F-D54A-48A2-AE3A-032AB4C7749A}" type="presParOf" srcId="{82D19B36-B54F-4D0E-80A5-3C54A260F12F}" destId="{E25F7989-EB81-4CC3-B0FA-6BBA4189B01E}" srcOrd="2" destOrd="0" presId="urn:microsoft.com/office/officeart/2005/8/layout/vList2"/>
    <dgm:cxn modelId="{EAD30A66-C035-4CDB-B11E-905D53F7EF1F}" type="presParOf" srcId="{82D19B36-B54F-4D0E-80A5-3C54A260F12F}" destId="{CFCCD57F-6C94-40CC-A752-4852B95E2045}" srcOrd="3" destOrd="0" presId="urn:microsoft.com/office/officeart/2005/8/layout/vList2"/>
    <dgm:cxn modelId="{9C088190-903C-4497-8D47-024314E473AE}" type="presParOf" srcId="{82D19B36-B54F-4D0E-80A5-3C54A260F12F}" destId="{F65FBDE7-EBB3-4895-BF99-002A750678DD}" srcOrd="4" destOrd="0" presId="urn:microsoft.com/office/officeart/2005/8/layout/vList2"/>
    <dgm:cxn modelId="{DD4960D9-9F67-49E7-87B6-2F31DFAC660A}" type="presParOf" srcId="{82D19B36-B54F-4D0E-80A5-3C54A260F12F}" destId="{7CF714E5-A49B-4CB8-A4E3-9E043006FF91}" srcOrd="5" destOrd="0" presId="urn:microsoft.com/office/officeart/2005/8/layout/vList2"/>
    <dgm:cxn modelId="{FD1D442B-93AC-413B-B616-2B1531BE9275}" type="presParOf" srcId="{82D19B36-B54F-4D0E-80A5-3C54A260F12F}" destId="{AEE39A8D-9842-45E6-940B-37BBDA8D2201}" srcOrd="6" destOrd="0" presId="urn:microsoft.com/office/officeart/2005/8/layout/vList2"/>
    <dgm:cxn modelId="{66348C50-4C57-4525-AD0A-E48D12910042}" type="presParOf" srcId="{82D19B36-B54F-4D0E-80A5-3C54A260F12F}" destId="{332EF9D1-8AEB-4762-BE7E-6336C3F68449}" srcOrd="7" destOrd="0" presId="urn:microsoft.com/office/officeart/2005/8/layout/vList2"/>
    <dgm:cxn modelId="{21EFC99A-26D2-4E27-ABC8-1271DF92854B}" type="presParOf" srcId="{82D19B36-B54F-4D0E-80A5-3C54A260F12F}" destId="{D7B4D9E5-B7EE-48C8-AC0C-D8F8D8129BA9}" srcOrd="8" destOrd="0" presId="urn:microsoft.com/office/officeart/2005/8/layout/vList2"/>
    <dgm:cxn modelId="{E40A4849-4FB4-424D-83CE-04F448B53B8B}" type="presParOf" srcId="{82D19B36-B54F-4D0E-80A5-3C54A260F12F}" destId="{AF8C1BAC-53D0-44DD-8FCC-0192A503ED68}" srcOrd="9" destOrd="0" presId="urn:microsoft.com/office/officeart/2005/8/layout/vList2"/>
    <dgm:cxn modelId="{AEA2BB04-D6E8-4265-B5CC-173AF8B64C24}" type="presParOf" srcId="{82D19B36-B54F-4D0E-80A5-3C54A260F12F}" destId="{10830EB9-EC2F-4C60-8CD3-B5667884231A}" srcOrd="10" destOrd="0" presId="urn:microsoft.com/office/officeart/2005/8/layout/vList2"/>
    <dgm:cxn modelId="{7DA01AEE-DED0-42F2-8FCB-5EA1EFB59872}" type="presParOf" srcId="{82D19B36-B54F-4D0E-80A5-3C54A260F12F}" destId="{CCB8CC8C-D3D8-4A86-8E27-C62AD04163EF}" srcOrd="11" destOrd="0" presId="urn:microsoft.com/office/officeart/2005/8/layout/vList2"/>
    <dgm:cxn modelId="{077BD5D6-8A60-45D3-B0C3-FF68E0C42147}" type="presParOf" srcId="{82D19B36-B54F-4D0E-80A5-3C54A260F12F}" destId="{13FF51FA-512E-4FFD-B4CE-0106340A8DA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7367BB-2469-4311-BF9F-2E9A6CE77A67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32B5124-84B6-425B-9294-55E26D2FACBC}">
      <dgm:prSet/>
      <dgm:spPr/>
      <dgm:t>
        <a:bodyPr/>
        <a:lstStyle/>
        <a:p>
          <a:r>
            <a:rPr lang="de-DE"/>
            <a:t>Übersichtliche und strukturierte Darstellungsweise</a:t>
          </a:r>
          <a:endParaRPr lang="en-US"/>
        </a:p>
      </dgm:t>
    </dgm:pt>
    <dgm:pt modelId="{194BC91F-6B1D-421C-A7AC-7C5B694A76B8}" type="parTrans" cxnId="{5CE65C65-C09C-4C33-B1EB-8F1F454C072E}">
      <dgm:prSet/>
      <dgm:spPr/>
      <dgm:t>
        <a:bodyPr/>
        <a:lstStyle/>
        <a:p>
          <a:endParaRPr lang="en-US"/>
        </a:p>
      </dgm:t>
    </dgm:pt>
    <dgm:pt modelId="{D9986DDE-06CD-4BAC-9854-75829AAC2997}" type="sibTrans" cxnId="{5CE65C65-C09C-4C33-B1EB-8F1F454C072E}">
      <dgm:prSet/>
      <dgm:spPr/>
      <dgm:t>
        <a:bodyPr/>
        <a:lstStyle/>
        <a:p>
          <a:endParaRPr lang="en-US"/>
        </a:p>
      </dgm:t>
    </dgm:pt>
    <dgm:pt modelId="{2A768488-7708-4837-A5CB-667C5B4DA6D4}">
      <dgm:prSet phldr="0"/>
      <dgm:spPr/>
      <dgm:t>
        <a:bodyPr/>
        <a:lstStyle/>
        <a:p>
          <a:r>
            <a:rPr lang="de-DE"/>
            <a:t>Schnelle Ladezeiten der Webseite</a:t>
          </a:r>
          <a:endParaRPr lang="en-US"/>
        </a:p>
      </dgm:t>
    </dgm:pt>
    <dgm:pt modelId="{5719947A-FDB2-4DC7-81FD-E2798F84CBEF}" type="parTrans" cxnId="{E1A49272-4AF8-4E17-AFF2-1EF2F96EAE7B}">
      <dgm:prSet/>
      <dgm:spPr/>
      <dgm:t>
        <a:bodyPr/>
        <a:lstStyle/>
        <a:p>
          <a:endParaRPr lang="en-US"/>
        </a:p>
      </dgm:t>
    </dgm:pt>
    <dgm:pt modelId="{73A90090-8C50-4C08-BC5F-2636FFFF175B}" type="sibTrans" cxnId="{E1A49272-4AF8-4E17-AFF2-1EF2F96EAE7B}">
      <dgm:prSet/>
      <dgm:spPr/>
      <dgm:t>
        <a:bodyPr/>
        <a:lstStyle/>
        <a:p>
          <a:endParaRPr lang="en-US"/>
        </a:p>
      </dgm:t>
    </dgm:pt>
    <dgm:pt modelId="{370BB25A-170F-49C8-B344-9E41DAE94F5F}">
      <dgm:prSet/>
      <dgm:spPr/>
      <dgm:t>
        <a:bodyPr/>
        <a:lstStyle/>
        <a:p>
          <a:r>
            <a:rPr lang="de-DE" dirty="0"/>
            <a:t>Moderne Implementierung der Schnittstelle von </a:t>
          </a:r>
          <a:r>
            <a:rPr lang="de-DE" dirty="0" err="1"/>
            <a:t>WebUntis</a:t>
          </a:r>
          <a:endParaRPr lang="en-US" dirty="0"/>
        </a:p>
      </dgm:t>
    </dgm:pt>
    <dgm:pt modelId="{30857109-0B41-48DA-92E9-DE14979D1B87}" type="parTrans" cxnId="{69E120CF-3114-40EE-85D6-7B39FBC783E5}">
      <dgm:prSet/>
      <dgm:spPr/>
      <dgm:t>
        <a:bodyPr/>
        <a:lstStyle/>
        <a:p>
          <a:endParaRPr lang="en-US"/>
        </a:p>
      </dgm:t>
    </dgm:pt>
    <dgm:pt modelId="{0F203596-807C-4832-8237-4BC5B6E80D44}" type="sibTrans" cxnId="{69E120CF-3114-40EE-85D6-7B39FBC783E5}">
      <dgm:prSet/>
      <dgm:spPr/>
      <dgm:t>
        <a:bodyPr/>
        <a:lstStyle/>
        <a:p>
          <a:endParaRPr lang="en-US"/>
        </a:p>
      </dgm:t>
    </dgm:pt>
    <dgm:pt modelId="{95CA9116-309D-4205-8DE6-F37EC38E964D}">
      <dgm:prSet/>
      <dgm:spPr/>
      <dgm:t>
        <a:bodyPr/>
        <a:lstStyle/>
        <a:p>
          <a:r>
            <a:rPr lang="de-DE"/>
            <a:t>Intelligente Suche nach Namen, Klassen &amp; Räumen</a:t>
          </a:r>
          <a:endParaRPr lang="en-US"/>
        </a:p>
      </dgm:t>
    </dgm:pt>
    <dgm:pt modelId="{2E94E2B0-620D-4A50-9CD8-4141E52FE583}" type="parTrans" cxnId="{05C67B5C-68BC-44F1-9664-60D5602A1687}">
      <dgm:prSet/>
      <dgm:spPr/>
      <dgm:t>
        <a:bodyPr/>
        <a:lstStyle/>
        <a:p>
          <a:endParaRPr lang="en-US"/>
        </a:p>
      </dgm:t>
    </dgm:pt>
    <dgm:pt modelId="{E0E19897-427F-42FC-A7D9-BFCD84225B78}" type="sibTrans" cxnId="{05C67B5C-68BC-44F1-9664-60D5602A1687}">
      <dgm:prSet/>
      <dgm:spPr/>
      <dgm:t>
        <a:bodyPr/>
        <a:lstStyle/>
        <a:p>
          <a:endParaRPr lang="en-US"/>
        </a:p>
      </dgm:t>
    </dgm:pt>
    <dgm:pt modelId="{C25E77FF-3982-400E-98E7-9A6056579F42}">
      <dgm:prSet/>
      <dgm:spPr/>
      <dgm:t>
        <a:bodyPr/>
        <a:lstStyle/>
        <a:p>
          <a:r>
            <a:rPr lang="de-DE" dirty="0"/>
            <a:t>Intuitive Bedienung</a:t>
          </a:r>
          <a:endParaRPr lang="en-US" dirty="0"/>
        </a:p>
      </dgm:t>
    </dgm:pt>
    <dgm:pt modelId="{0A258DAE-88DC-4963-B94F-4A1F34B645BA}" type="parTrans" cxnId="{B8A046D7-3419-4110-B124-092AECF95B82}">
      <dgm:prSet/>
      <dgm:spPr/>
      <dgm:t>
        <a:bodyPr/>
        <a:lstStyle/>
        <a:p>
          <a:endParaRPr lang="en-US"/>
        </a:p>
      </dgm:t>
    </dgm:pt>
    <dgm:pt modelId="{E1F42FF9-570F-440E-8805-FBE9214B877C}" type="sibTrans" cxnId="{B8A046D7-3419-4110-B124-092AECF95B82}">
      <dgm:prSet/>
      <dgm:spPr/>
      <dgm:t>
        <a:bodyPr/>
        <a:lstStyle/>
        <a:p>
          <a:endParaRPr lang="en-US"/>
        </a:p>
      </dgm:t>
    </dgm:pt>
    <dgm:pt modelId="{ABF2B1B1-3641-4645-8695-35483153940D}">
      <dgm:prSet phldr="0"/>
      <dgm:spPr/>
      <dgm:t>
        <a:bodyPr/>
        <a:lstStyle/>
        <a:p>
          <a:r>
            <a:rPr lang="de-DE"/>
            <a:t>Bereitstellung und Zugriff durch Website und App</a:t>
          </a:r>
          <a:endParaRPr lang="en-US"/>
        </a:p>
      </dgm:t>
    </dgm:pt>
    <dgm:pt modelId="{844F40A9-AD72-4FFD-9747-C12C31AE5362}" type="parTrans" cxnId="{670650AA-CA24-4635-8D06-193C53C4BD2C}">
      <dgm:prSet/>
      <dgm:spPr/>
      <dgm:t>
        <a:bodyPr/>
        <a:lstStyle/>
        <a:p>
          <a:endParaRPr lang="de-DE"/>
        </a:p>
      </dgm:t>
    </dgm:pt>
    <dgm:pt modelId="{1B33E3DB-8793-44AF-A2C2-01DCEB6E09A0}" type="sibTrans" cxnId="{670650AA-CA24-4635-8D06-193C53C4BD2C}">
      <dgm:prSet/>
      <dgm:spPr/>
      <dgm:t>
        <a:bodyPr/>
        <a:lstStyle/>
        <a:p>
          <a:endParaRPr lang="de-DE"/>
        </a:p>
      </dgm:t>
    </dgm:pt>
    <dgm:pt modelId="{35B11862-4A7B-452A-839F-BBA2B4CE8B13}">
      <dgm:prSet phldr="0"/>
      <dgm:spPr/>
      <dgm:t>
        <a:bodyPr/>
        <a:lstStyle/>
        <a:p>
          <a:r>
            <a:rPr lang="de-DE"/>
            <a:t>Unabhängig vom lokalen Schulnetz</a:t>
          </a:r>
          <a:endParaRPr lang="en-US"/>
        </a:p>
      </dgm:t>
    </dgm:pt>
    <dgm:pt modelId="{E34DF533-D035-4404-B8D8-200ECC5C303A}" type="parTrans" cxnId="{7CE72BDA-8A6C-48D4-B1B4-6D0185C68956}">
      <dgm:prSet/>
      <dgm:spPr/>
      <dgm:t>
        <a:bodyPr/>
        <a:lstStyle/>
        <a:p>
          <a:endParaRPr lang="de-DE"/>
        </a:p>
      </dgm:t>
    </dgm:pt>
    <dgm:pt modelId="{DD2737F5-8634-472A-BA06-7BE28A4B058A}" type="sibTrans" cxnId="{7CE72BDA-8A6C-48D4-B1B4-6D0185C68956}">
      <dgm:prSet/>
      <dgm:spPr/>
      <dgm:t>
        <a:bodyPr/>
        <a:lstStyle/>
        <a:p>
          <a:endParaRPr lang="de-DE"/>
        </a:p>
      </dgm:t>
    </dgm:pt>
    <dgm:pt modelId="{3F233DB0-31F8-4B10-AA5D-2F2F292835F9}">
      <dgm:prSet phldr="0"/>
      <dgm:spPr/>
      <dgm:t>
        <a:bodyPr/>
        <a:lstStyle/>
        <a:p>
          <a:r>
            <a:rPr lang="de-DE" dirty="0"/>
            <a:t>Vollautomatisierter Datenimport</a:t>
          </a:r>
          <a:endParaRPr lang="en-US" dirty="0"/>
        </a:p>
      </dgm:t>
    </dgm:pt>
    <dgm:pt modelId="{052A193E-4042-4C6A-B194-09BCFEE231F2}" type="parTrans" cxnId="{AF84DE22-DCB9-487D-A379-5D845A040909}">
      <dgm:prSet/>
      <dgm:spPr/>
      <dgm:t>
        <a:bodyPr/>
        <a:lstStyle/>
        <a:p>
          <a:endParaRPr lang="de-DE"/>
        </a:p>
      </dgm:t>
    </dgm:pt>
    <dgm:pt modelId="{B1F836E5-0B38-475C-A3A9-4801C5B4FF73}" type="sibTrans" cxnId="{AF84DE22-DCB9-487D-A379-5D845A040909}">
      <dgm:prSet/>
      <dgm:spPr/>
      <dgm:t>
        <a:bodyPr/>
        <a:lstStyle/>
        <a:p>
          <a:endParaRPr lang="de-DE"/>
        </a:p>
      </dgm:t>
    </dgm:pt>
    <dgm:pt modelId="{F57D5A34-0DFB-4926-948A-DA87FEED53C5}">
      <dgm:prSet phldr="0"/>
      <dgm:spPr/>
      <dgm:t>
        <a:bodyPr/>
        <a:lstStyle/>
        <a:p>
          <a:r>
            <a:rPr lang="en-US" dirty="0"/>
            <a:t>Echtzeit Datenaustausch</a:t>
          </a:r>
        </a:p>
      </dgm:t>
    </dgm:pt>
    <dgm:pt modelId="{DEA6021F-9290-4BD4-9A01-F2EE5055247E}" type="parTrans" cxnId="{42E4BF07-FEA0-4A48-889C-CF92C2BE19B4}">
      <dgm:prSet/>
      <dgm:spPr/>
      <dgm:t>
        <a:bodyPr/>
        <a:lstStyle/>
        <a:p>
          <a:endParaRPr lang="de-DE"/>
        </a:p>
      </dgm:t>
    </dgm:pt>
    <dgm:pt modelId="{29199468-EB01-4058-99C0-754C61C98864}" type="sibTrans" cxnId="{42E4BF07-FEA0-4A48-889C-CF92C2BE19B4}">
      <dgm:prSet/>
      <dgm:spPr/>
      <dgm:t>
        <a:bodyPr/>
        <a:lstStyle/>
        <a:p>
          <a:endParaRPr lang="de-DE"/>
        </a:p>
      </dgm:t>
    </dgm:pt>
    <dgm:pt modelId="{82D19B36-B54F-4D0E-80A5-3C54A260F12F}" type="pres">
      <dgm:prSet presAssocID="{AE7367BB-2469-4311-BF9F-2E9A6CE77A6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E25F7989-EB81-4CC3-B0FA-6BBA4189B01E}" type="pres">
      <dgm:prSet presAssocID="{A32B5124-84B6-425B-9294-55E26D2FACBC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FCCD57F-6C94-40CC-A752-4852B95E2045}" type="pres">
      <dgm:prSet presAssocID="{D9986DDE-06CD-4BAC-9854-75829AAC2997}" presName="spacer" presStyleCnt="0"/>
      <dgm:spPr/>
    </dgm:pt>
    <dgm:pt modelId="{F65FBDE7-EBB3-4895-BF99-002A750678DD}" type="pres">
      <dgm:prSet presAssocID="{2A768488-7708-4837-A5CB-667C5B4DA6D4}" presName="parentText" presStyleLbl="node1" presStyleIdx="1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CF714E5-A49B-4CB8-A4E3-9E043006FF91}" type="pres">
      <dgm:prSet presAssocID="{73A90090-8C50-4C08-BC5F-2636FFFF175B}" presName="spacer" presStyleCnt="0"/>
      <dgm:spPr/>
    </dgm:pt>
    <dgm:pt modelId="{D5181B6B-5CDE-4075-84B6-8F4331CFAE02}" type="pres">
      <dgm:prSet presAssocID="{ABF2B1B1-3641-4645-8695-35483153940D}" presName="parentText" presStyleLbl="node1" presStyleIdx="2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EEFEDA7-0CC6-46A7-B467-BBED7F873E29}" type="pres">
      <dgm:prSet presAssocID="{1B33E3DB-8793-44AF-A2C2-01DCEB6E09A0}" presName="spacer" presStyleCnt="0"/>
      <dgm:spPr/>
    </dgm:pt>
    <dgm:pt modelId="{0016C5F1-9A35-41E1-ACF7-299C1AF09404}" type="pres">
      <dgm:prSet presAssocID="{35B11862-4A7B-452A-839F-BBA2B4CE8B13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FB1F6D3-7585-4791-8D20-2D1A65B85B44}" type="pres">
      <dgm:prSet presAssocID="{DD2737F5-8634-472A-BA06-7BE28A4B058A}" presName="spacer" presStyleCnt="0"/>
      <dgm:spPr/>
    </dgm:pt>
    <dgm:pt modelId="{B4281975-6CF9-4C68-AE91-65133FDE8B8B}" type="pres">
      <dgm:prSet presAssocID="{3F233DB0-31F8-4B10-AA5D-2F2F292835F9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791D9CB-9B32-43BD-9A73-30F5FC4C9F65}" type="pres">
      <dgm:prSet presAssocID="{B1F836E5-0B38-475C-A3A9-4801C5B4FF73}" presName="spacer" presStyleCnt="0"/>
      <dgm:spPr/>
    </dgm:pt>
    <dgm:pt modelId="{FA70A326-51E6-405D-BCD1-91E5F6CF9561}" type="pres">
      <dgm:prSet presAssocID="{F57D5A34-0DFB-4926-948A-DA87FEED53C5}" presName="parentText" presStyleLbl="node1" presStyleIdx="5" presStyleCnt="9" custLinFactY="294661" custLinFactNeighborX="58" custLinFactNeighborY="300000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20BDB7E-5512-4116-BAC7-CC5C952EB192}" type="pres">
      <dgm:prSet presAssocID="{29199468-EB01-4058-99C0-754C61C98864}" presName="spacer" presStyleCnt="0"/>
      <dgm:spPr/>
    </dgm:pt>
    <dgm:pt modelId="{AEE39A8D-9842-45E6-940B-37BBDA8D2201}" type="pres">
      <dgm:prSet presAssocID="{370BB25A-170F-49C8-B344-9E41DAE94F5F}" presName="parentText" presStyleLbl="node1" presStyleIdx="6" presStyleCnt="9" custLinFactY="-100000" custLinFactNeighborX="58" custLinFactNeighborY="-108639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32EF9D1-8AEB-4762-BE7E-6336C3F68449}" type="pres">
      <dgm:prSet presAssocID="{0F203596-807C-4832-8237-4BC5B6E80D44}" presName="spacer" presStyleCnt="0"/>
      <dgm:spPr/>
    </dgm:pt>
    <dgm:pt modelId="{D7B4D9E5-B7EE-48C8-AC0C-D8F8D8129BA9}" type="pres">
      <dgm:prSet presAssocID="{95CA9116-309D-4205-8DE6-F37EC38E964D}" presName="parentText" presStyleLbl="node1" presStyleIdx="7" presStyleCnt="9" custLinFactY="-100000" custLinFactNeighborX="58" custLinFactNeighborY="-108641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F8C1BAC-53D0-44DD-8FCC-0192A503ED68}" type="pres">
      <dgm:prSet presAssocID="{E0E19897-427F-42FC-A7D9-BFCD84225B78}" presName="spacer" presStyleCnt="0"/>
      <dgm:spPr/>
    </dgm:pt>
    <dgm:pt modelId="{10830EB9-EC2F-4C60-8CD3-B5667884231A}" type="pres">
      <dgm:prSet presAssocID="{C25E77FF-3982-400E-98E7-9A6056579F42}" presName="parentText" presStyleLbl="node1" presStyleIdx="8" presStyleCnt="9" custLinFactY="-100000" custLinFactNeighborX="58" custLinFactNeighborY="-128241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AF84DE22-DCB9-487D-A379-5D845A040909}" srcId="{AE7367BB-2469-4311-BF9F-2E9A6CE77A67}" destId="{3F233DB0-31F8-4B10-AA5D-2F2F292835F9}" srcOrd="4" destOrd="0" parTransId="{052A193E-4042-4C6A-B194-09BCFEE231F2}" sibTransId="{B1F836E5-0B38-475C-A3A9-4801C5B4FF73}"/>
    <dgm:cxn modelId="{853B4B9E-86C1-495D-9F29-4E389F945530}" type="presOf" srcId="{2A768488-7708-4837-A5CB-667C5B4DA6D4}" destId="{F65FBDE7-EBB3-4895-BF99-002A750678DD}" srcOrd="0" destOrd="0" presId="urn:microsoft.com/office/officeart/2005/8/layout/vList2"/>
    <dgm:cxn modelId="{FA6DC3BE-CF23-4B3E-9E8D-CC5287F1D82B}" type="presOf" srcId="{3F233DB0-31F8-4B10-AA5D-2F2F292835F9}" destId="{B4281975-6CF9-4C68-AE91-65133FDE8B8B}" srcOrd="0" destOrd="0" presId="urn:microsoft.com/office/officeart/2005/8/layout/vList2"/>
    <dgm:cxn modelId="{B8A046D7-3419-4110-B124-092AECF95B82}" srcId="{AE7367BB-2469-4311-BF9F-2E9A6CE77A67}" destId="{C25E77FF-3982-400E-98E7-9A6056579F42}" srcOrd="8" destOrd="0" parTransId="{0A258DAE-88DC-4963-B94F-4A1F34B645BA}" sibTransId="{E1F42FF9-570F-440E-8805-FBE9214B877C}"/>
    <dgm:cxn modelId="{E1A49272-4AF8-4E17-AFF2-1EF2F96EAE7B}" srcId="{AE7367BB-2469-4311-BF9F-2E9A6CE77A67}" destId="{2A768488-7708-4837-A5CB-667C5B4DA6D4}" srcOrd="1" destOrd="0" parTransId="{5719947A-FDB2-4DC7-81FD-E2798F84CBEF}" sibTransId="{73A90090-8C50-4C08-BC5F-2636FFFF175B}"/>
    <dgm:cxn modelId="{5CE65C65-C09C-4C33-B1EB-8F1F454C072E}" srcId="{AE7367BB-2469-4311-BF9F-2E9A6CE77A67}" destId="{A32B5124-84B6-425B-9294-55E26D2FACBC}" srcOrd="0" destOrd="0" parTransId="{194BC91F-6B1D-421C-A7AC-7C5B694A76B8}" sibTransId="{D9986DDE-06CD-4BAC-9854-75829AAC2997}"/>
    <dgm:cxn modelId="{96058C62-994A-471A-A176-68A1C60A836B}" type="presOf" srcId="{AE7367BB-2469-4311-BF9F-2E9A6CE77A67}" destId="{82D19B36-B54F-4D0E-80A5-3C54A260F12F}" srcOrd="0" destOrd="0" presId="urn:microsoft.com/office/officeart/2005/8/layout/vList2"/>
    <dgm:cxn modelId="{EF981057-B819-446C-8A82-E56769A12B41}" type="presOf" srcId="{C25E77FF-3982-400E-98E7-9A6056579F42}" destId="{10830EB9-EC2F-4C60-8CD3-B5667884231A}" srcOrd="0" destOrd="0" presId="urn:microsoft.com/office/officeart/2005/8/layout/vList2"/>
    <dgm:cxn modelId="{42E4BF07-FEA0-4A48-889C-CF92C2BE19B4}" srcId="{AE7367BB-2469-4311-BF9F-2E9A6CE77A67}" destId="{F57D5A34-0DFB-4926-948A-DA87FEED53C5}" srcOrd="5" destOrd="0" parTransId="{DEA6021F-9290-4BD4-9A01-F2EE5055247E}" sibTransId="{29199468-EB01-4058-99C0-754C61C98864}"/>
    <dgm:cxn modelId="{064CF64F-A670-4F7B-97D7-4AF4E8A6F109}" type="presOf" srcId="{370BB25A-170F-49C8-B344-9E41DAE94F5F}" destId="{AEE39A8D-9842-45E6-940B-37BBDA8D2201}" srcOrd="0" destOrd="0" presId="urn:microsoft.com/office/officeart/2005/8/layout/vList2"/>
    <dgm:cxn modelId="{E2DEE0A9-CB38-415F-9748-137D96F4224F}" type="presOf" srcId="{95CA9116-309D-4205-8DE6-F37EC38E964D}" destId="{D7B4D9E5-B7EE-48C8-AC0C-D8F8D8129BA9}" srcOrd="0" destOrd="0" presId="urn:microsoft.com/office/officeart/2005/8/layout/vList2"/>
    <dgm:cxn modelId="{670650AA-CA24-4635-8D06-193C53C4BD2C}" srcId="{AE7367BB-2469-4311-BF9F-2E9A6CE77A67}" destId="{ABF2B1B1-3641-4645-8695-35483153940D}" srcOrd="2" destOrd="0" parTransId="{844F40A9-AD72-4FFD-9747-C12C31AE5362}" sibTransId="{1B33E3DB-8793-44AF-A2C2-01DCEB6E09A0}"/>
    <dgm:cxn modelId="{145A33D0-973C-4210-9E4F-4843399ADADD}" type="presOf" srcId="{ABF2B1B1-3641-4645-8695-35483153940D}" destId="{D5181B6B-5CDE-4075-84B6-8F4331CFAE02}" srcOrd="0" destOrd="0" presId="urn:microsoft.com/office/officeart/2005/8/layout/vList2"/>
    <dgm:cxn modelId="{05C67B5C-68BC-44F1-9664-60D5602A1687}" srcId="{AE7367BB-2469-4311-BF9F-2E9A6CE77A67}" destId="{95CA9116-309D-4205-8DE6-F37EC38E964D}" srcOrd="7" destOrd="0" parTransId="{2E94E2B0-620D-4A50-9CD8-4141E52FE583}" sibTransId="{E0E19897-427F-42FC-A7D9-BFCD84225B78}"/>
    <dgm:cxn modelId="{7CE72BDA-8A6C-48D4-B1B4-6D0185C68956}" srcId="{AE7367BB-2469-4311-BF9F-2E9A6CE77A67}" destId="{35B11862-4A7B-452A-839F-BBA2B4CE8B13}" srcOrd="3" destOrd="0" parTransId="{E34DF533-D035-4404-B8D8-200ECC5C303A}" sibTransId="{DD2737F5-8634-472A-BA06-7BE28A4B058A}"/>
    <dgm:cxn modelId="{B0FAEA13-8A13-41CA-ADA4-8D91814A4403}" type="presOf" srcId="{F57D5A34-0DFB-4926-948A-DA87FEED53C5}" destId="{FA70A326-51E6-405D-BCD1-91E5F6CF9561}" srcOrd="0" destOrd="0" presId="urn:microsoft.com/office/officeart/2005/8/layout/vList2"/>
    <dgm:cxn modelId="{83C753D5-0E2B-4F2C-A003-A1D5974DF52B}" type="presOf" srcId="{35B11862-4A7B-452A-839F-BBA2B4CE8B13}" destId="{0016C5F1-9A35-41E1-ACF7-299C1AF09404}" srcOrd="0" destOrd="0" presId="urn:microsoft.com/office/officeart/2005/8/layout/vList2"/>
    <dgm:cxn modelId="{69E120CF-3114-40EE-85D6-7B39FBC783E5}" srcId="{AE7367BB-2469-4311-BF9F-2E9A6CE77A67}" destId="{370BB25A-170F-49C8-B344-9E41DAE94F5F}" srcOrd="6" destOrd="0" parTransId="{30857109-0B41-48DA-92E9-DE14979D1B87}" sibTransId="{0F203596-807C-4832-8237-4BC5B6E80D44}"/>
    <dgm:cxn modelId="{3A73C342-4FC5-4E19-BD32-29E843B21E16}" type="presOf" srcId="{A32B5124-84B6-425B-9294-55E26D2FACBC}" destId="{E25F7989-EB81-4CC3-B0FA-6BBA4189B01E}" srcOrd="0" destOrd="0" presId="urn:microsoft.com/office/officeart/2005/8/layout/vList2"/>
    <dgm:cxn modelId="{074836E8-E1E5-426F-9222-0F40164A7D05}" type="presParOf" srcId="{82D19B36-B54F-4D0E-80A5-3C54A260F12F}" destId="{E25F7989-EB81-4CC3-B0FA-6BBA4189B01E}" srcOrd="0" destOrd="0" presId="urn:microsoft.com/office/officeart/2005/8/layout/vList2"/>
    <dgm:cxn modelId="{8DE8FFF0-874C-4ED1-92C6-4E1D7983C4DE}" type="presParOf" srcId="{82D19B36-B54F-4D0E-80A5-3C54A260F12F}" destId="{CFCCD57F-6C94-40CC-A752-4852B95E2045}" srcOrd="1" destOrd="0" presId="urn:microsoft.com/office/officeart/2005/8/layout/vList2"/>
    <dgm:cxn modelId="{A2325D7F-A3C3-4D37-AA7A-2939F880BC33}" type="presParOf" srcId="{82D19B36-B54F-4D0E-80A5-3C54A260F12F}" destId="{F65FBDE7-EBB3-4895-BF99-002A750678DD}" srcOrd="2" destOrd="0" presId="urn:microsoft.com/office/officeart/2005/8/layout/vList2"/>
    <dgm:cxn modelId="{99886107-5F65-463A-9CE8-5CA0D5F8C36A}" type="presParOf" srcId="{82D19B36-B54F-4D0E-80A5-3C54A260F12F}" destId="{7CF714E5-A49B-4CB8-A4E3-9E043006FF91}" srcOrd="3" destOrd="0" presId="urn:microsoft.com/office/officeart/2005/8/layout/vList2"/>
    <dgm:cxn modelId="{B1B9814B-F35C-4FEE-9BF1-1E4B65D9D610}" type="presParOf" srcId="{82D19B36-B54F-4D0E-80A5-3C54A260F12F}" destId="{D5181B6B-5CDE-4075-84B6-8F4331CFAE02}" srcOrd="4" destOrd="0" presId="urn:microsoft.com/office/officeart/2005/8/layout/vList2"/>
    <dgm:cxn modelId="{AE7923F7-5F05-48ED-89AC-2A92466AA37F}" type="presParOf" srcId="{82D19B36-B54F-4D0E-80A5-3C54A260F12F}" destId="{AEEFEDA7-0CC6-46A7-B467-BBED7F873E29}" srcOrd="5" destOrd="0" presId="urn:microsoft.com/office/officeart/2005/8/layout/vList2"/>
    <dgm:cxn modelId="{53D40222-2373-4BB2-A8F5-A6D463ACEB2A}" type="presParOf" srcId="{82D19B36-B54F-4D0E-80A5-3C54A260F12F}" destId="{0016C5F1-9A35-41E1-ACF7-299C1AF09404}" srcOrd="6" destOrd="0" presId="urn:microsoft.com/office/officeart/2005/8/layout/vList2"/>
    <dgm:cxn modelId="{E9FF6891-E175-4109-A4CA-140859EC387B}" type="presParOf" srcId="{82D19B36-B54F-4D0E-80A5-3C54A260F12F}" destId="{CFB1F6D3-7585-4791-8D20-2D1A65B85B44}" srcOrd="7" destOrd="0" presId="urn:microsoft.com/office/officeart/2005/8/layout/vList2"/>
    <dgm:cxn modelId="{4F58CF14-3BAA-4BC6-9D4A-43E76E2CE19E}" type="presParOf" srcId="{82D19B36-B54F-4D0E-80A5-3C54A260F12F}" destId="{B4281975-6CF9-4C68-AE91-65133FDE8B8B}" srcOrd="8" destOrd="0" presId="urn:microsoft.com/office/officeart/2005/8/layout/vList2"/>
    <dgm:cxn modelId="{337A61A8-634B-4A2C-A262-841AEFAE452F}" type="presParOf" srcId="{82D19B36-B54F-4D0E-80A5-3C54A260F12F}" destId="{8791D9CB-9B32-43BD-9A73-30F5FC4C9F65}" srcOrd="9" destOrd="0" presId="urn:microsoft.com/office/officeart/2005/8/layout/vList2"/>
    <dgm:cxn modelId="{A5DDE906-6A35-43F3-9E4A-436C1C874E10}" type="presParOf" srcId="{82D19B36-B54F-4D0E-80A5-3C54A260F12F}" destId="{FA70A326-51E6-405D-BCD1-91E5F6CF9561}" srcOrd="10" destOrd="0" presId="urn:microsoft.com/office/officeart/2005/8/layout/vList2"/>
    <dgm:cxn modelId="{03D322BE-C1E2-46C1-A4F0-6225D4EBAAFA}" type="presParOf" srcId="{82D19B36-B54F-4D0E-80A5-3C54A260F12F}" destId="{E20BDB7E-5512-4116-BAC7-CC5C952EB192}" srcOrd="11" destOrd="0" presId="urn:microsoft.com/office/officeart/2005/8/layout/vList2"/>
    <dgm:cxn modelId="{6E4FD25F-3DC1-42EC-8597-1400D2400A5C}" type="presParOf" srcId="{82D19B36-B54F-4D0E-80A5-3C54A260F12F}" destId="{AEE39A8D-9842-45E6-940B-37BBDA8D2201}" srcOrd="12" destOrd="0" presId="urn:microsoft.com/office/officeart/2005/8/layout/vList2"/>
    <dgm:cxn modelId="{B6DEF556-DFA4-476B-B8D7-B4D9CE43085B}" type="presParOf" srcId="{82D19B36-B54F-4D0E-80A5-3C54A260F12F}" destId="{332EF9D1-8AEB-4762-BE7E-6336C3F68449}" srcOrd="13" destOrd="0" presId="urn:microsoft.com/office/officeart/2005/8/layout/vList2"/>
    <dgm:cxn modelId="{C3C8490E-FD92-4FF9-A0CA-32BB16464E5B}" type="presParOf" srcId="{82D19B36-B54F-4D0E-80A5-3C54A260F12F}" destId="{D7B4D9E5-B7EE-48C8-AC0C-D8F8D8129BA9}" srcOrd="14" destOrd="0" presId="urn:microsoft.com/office/officeart/2005/8/layout/vList2"/>
    <dgm:cxn modelId="{F5D3BDD1-D425-4ECD-A9B2-E8EA5EEFA608}" type="presParOf" srcId="{82D19B36-B54F-4D0E-80A5-3C54A260F12F}" destId="{AF8C1BAC-53D0-44DD-8FCC-0192A503ED68}" srcOrd="15" destOrd="0" presId="urn:microsoft.com/office/officeart/2005/8/layout/vList2"/>
    <dgm:cxn modelId="{0D299EA1-9715-4125-B5AC-73FDF7EE3203}" type="presParOf" srcId="{82D19B36-B54F-4D0E-80A5-3C54A260F12F}" destId="{10830EB9-EC2F-4C60-8CD3-B5667884231A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FBCCB1-0C78-4515-BAAC-32C83AAF37C8}">
      <dsp:nvSpPr>
        <dsp:cNvPr id="0" name=""/>
        <dsp:cNvSpPr/>
      </dsp:nvSpPr>
      <dsp:spPr>
        <a:xfrm>
          <a:off x="199038" y="732985"/>
          <a:ext cx="910914" cy="9109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F0664-E95D-46B6-BA19-5CFA84385613}">
      <dsp:nvSpPr>
        <dsp:cNvPr id="0" name=""/>
        <dsp:cNvSpPr/>
      </dsp:nvSpPr>
      <dsp:spPr>
        <a:xfrm>
          <a:off x="390330" y="924277"/>
          <a:ext cx="528330" cy="52833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E2688-C9F7-45B7-9DA9-E5C7075EBF27}">
      <dsp:nvSpPr>
        <dsp:cNvPr id="0" name=""/>
        <dsp:cNvSpPr/>
      </dsp:nvSpPr>
      <dsp:spPr>
        <a:xfrm>
          <a:off x="1305148" y="732985"/>
          <a:ext cx="2147155" cy="91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/>
            <a:t>Anwesenheits-Kontrolle der </a:t>
          </a:r>
          <a:r>
            <a:rPr lang="de-DE" sz="1400" kern="1200">
              <a:latin typeface="Gill Sans MT" panose="020B0502020104020203"/>
            </a:rPr>
            <a:t>Klassen</a:t>
          </a:r>
          <a:r>
            <a:rPr lang="de-DE" sz="1400" kern="1200"/>
            <a:t> und Lehrer</a:t>
          </a:r>
          <a:endParaRPr lang="en-US" sz="1400" kern="1200"/>
        </a:p>
      </dsp:txBody>
      <dsp:txXfrm>
        <a:off x="1305148" y="732985"/>
        <a:ext cx="2147155" cy="910914"/>
      </dsp:txXfrm>
    </dsp:sp>
    <dsp:sp modelId="{A00ED268-A185-4748-B8AA-AEFA7E6732B9}">
      <dsp:nvSpPr>
        <dsp:cNvPr id="0" name=""/>
        <dsp:cNvSpPr/>
      </dsp:nvSpPr>
      <dsp:spPr>
        <a:xfrm>
          <a:off x="3826429" y="732985"/>
          <a:ext cx="910914" cy="9109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AB6D7-6EF8-42B6-8E5A-64AB435EDE48}">
      <dsp:nvSpPr>
        <dsp:cNvPr id="0" name=""/>
        <dsp:cNvSpPr/>
      </dsp:nvSpPr>
      <dsp:spPr>
        <a:xfrm>
          <a:off x="4017721" y="924277"/>
          <a:ext cx="528330" cy="52833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EE74D-240C-40CC-89A6-6E844AEF17B8}">
      <dsp:nvSpPr>
        <dsp:cNvPr id="0" name=""/>
        <dsp:cNvSpPr/>
      </dsp:nvSpPr>
      <dsp:spPr>
        <a:xfrm>
          <a:off x="4932540" y="732985"/>
          <a:ext cx="2147155" cy="91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>
              <a:latin typeface="Gill Sans MT" panose="020B0502020104020203"/>
            </a:rPr>
            <a:t>Zentrale </a:t>
          </a:r>
          <a:r>
            <a:rPr lang="de-DE" sz="1400" kern="1200"/>
            <a:t>und digitalisierte Datenpflege</a:t>
          </a:r>
          <a:endParaRPr lang="en-US" sz="1400" kern="1200"/>
        </a:p>
      </dsp:txBody>
      <dsp:txXfrm>
        <a:off x="4932540" y="732985"/>
        <a:ext cx="2147155" cy="910914"/>
      </dsp:txXfrm>
    </dsp:sp>
    <dsp:sp modelId="{5BFC8D1A-2D0F-40DB-94B7-7FEE141BC640}">
      <dsp:nvSpPr>
        <dsp:cNvPr id="0" name=""/>
        <dsp:cNvSpPr/>
      </dsp:nvSpPr>
      <dsp:spPr>
        <a:xfrm>
          <a:off x="7453820" y="732985"/>
          <a:ext cx="910914" cy="9109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1A0E5-D51D-4861-ADE5-CD2CF1ACC2E2}">
      <dsp:nvSpPr>
        <dsp:cNvPr id="0" name=""/>
        <dsp:cNvSpPr/>
      </dsp:nvSpPr>
      <dsp:spPr>
        <a:xfrm>
          <a:off x="7645112" y="924277"/>
          <a:ext cx="528330" cy="52833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93C81-06B6-4610-AD1B-130F4BDE71D5}">
      <dsp:nvSpPr>
        <dsp:cNvPr id="0" name=""/>
        <dsp:cNvSpPr/>
      </dsp:nvSpPr>
      <dsp:spPr>
        <a:xfrm>
          <a:off x="8559931" y="732985"/>
          <a:ext cx="2147155" cy="91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/>
            <a:t>Dienstwege und Kommunikation verkürzen</a:t>
          </a:r>
          <a:endParaRPr lang="en-US" sz="1400" kern="1200"/>
        </a:p>
      </dsp:txBody>
      <dsp:txXfrm>
        <a:off x="8559931" y="732985"/>
        <a:ext cx="2147155" cy="910914"/>
      </dsp:txXfrm>
    </dsp:sp>
    <dsp:sp modelId="{3105032C-441F-4574-ACAB-0AA935E146E0}">
      <dsp:nvSpPr>
        <dsp:cNvPr id="0" name=""/>
        <dsp:cNvSpPr/>
      </dsp:nvSpPr>
      <dsp:spPr>
        <a:xfrm>
          <a:off x="199038" y="2317304"/>
          <a:ext cx="910914" cy="9109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99042-6B73-47BC-81AE-ED5A3C624313}">
      <dsp:nvSpPr>
        <dsp:cNvPr id="0" name=""/>
        <dsp:cNvSpPr/>
      </dsp:nvSpPr>
      <dsp:spPr>
        <a:xfrm>
          <a:off x="390330" y="2508596"/>
          <a:ext cx="528330" cy="52833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9AC4F-F1A5-47C2-BAAA-833780E5B4AF}">
      <dsp:nvSpPr>
        <dsp:cNvPr id="0" name=""/>
        <dsp:cNvSpPr/>
      </dsp:nvSpPr>
      <dsp:spPr>
        <a:xfrm>
          <a:off x="1305148" y="2317304"/>
          <a:ext cx="2147155" cy="91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/>
            <a:t>Intuitive Bedienung</a:t>
          </a:r>
          <a:endParaRPr lang="en-US" sz="1400" kern="1200" dirty="0"/>
        </a:p>
      </dsp:txBody>
      <dsp:txXfrm>
        <a:off x="1305148" y="2317304"/>
        <a:ext cx="2147155" cy="910914"/>
      </dsp:txXfrm>
    </dsp:sp>
    <dsp:sp modelId="{32613BD2-E908-4E5D-A64B-45AA637DEF51}">
      <dsp:nvSpPr>
        <dsp:cNvPr id="0" name=""/>
        <dsp:cNvSpPr/>
      </dsp:nvSpPr>
      <dsp:spPr>
        <a:xfrm>
          <a:off x="3826429" y="2317304"/>
          <a:ext cx="910914" cy="9109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79FF3-4827-4DC9-83C1-EAC9D7EE3112}">
      <dsp:nvSpPr>
        <dsp:cNvPr id="0" name=""/>
        <dsp:cNvSpPr/>
      </dsp:nvSpPr>
      <dsp:spPr>
        <a:xfrm>
          <a:off x="4017721" y="2508596"/>
          <a:ext cx="528330" cy="528330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EE4CC-402D-4FA6-86B5-5C87495181F8}">
      <dsp:nvSpPr>
        <dsp:cNvPr id="0" name=""/>
        <dsp:cNvSpPr/>
      </dsp:nvSpPr>
      <dsp:spPr>
        <a:xfrm>
          <a:off x="4932540" y="2317304"/>
          <a:ext cx="2147155" cy="91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>
              <a:latin typeface="Gill Sans MT" panose="020B0502020104020203"/>
            </a:rPr>
            <a:t>Schnelle</a:t>
          </a:r>
          <a:r>
            <a:rPr lang="de-DE" sz="1400" kern="1200"/>
            <a:t> und </a:t>
          </a:r>
          <a:r>
            <a:rPr lang="de-DE" sz="1400" kern="1200">
              <a:latin typeface="Gill Sans MT" panose="020B0502020104020203"/>
            </a:rPr>
            <a:t>einfache</a:t>
          </a:r>
          <a:r>
            <a:rPr lang="de-DE" sz="1400" kern="1200"/>
            <a:t> </a:t>
          </a:r>
          <a:r>
            <a:rPr lang="de-DE" sz="1400" kern="1200">
              <a:latin typeface="Gill Sans MT" panose="020B0502020104020203"/>
            </a:rPr>
            <a:t>Verarbeitung</a:t>
          </a:r>
          <a:r>
            <a:rPr lang="de-DE" sz="1400" kern="1200"/>
            <a:t> der Daten</a:t>
          </a:r>
          <a:endParaRPr lang="en-US" sz="1400" kern="1200"/>
        </a:p>
      </dsp:txBody>
      <dsp:txXfrm>
        <a:off x="4932540" y="2317304"/>
        <a:ext cx="2147155" cy="910914"/>
      </dsp:txXfrm>
    </dsp:sp>
    <dsp:sp modelId="{92D2275A-EC19-46A0-BE69-A12F9D269523}">
      <dsp:nvSpPr>
        <dsp:cNvPr id="0" name=""/>
        <dsp:cNvSpPr/>
      </dsp:nvSpPr>
      <dsp:spPr>
        <a:xfrm>
          <a:off x="7453820" y="2317304"/>
          <a:ext cx="910914" cy="9109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84EFB7-2B9F-46DE-88CE-5BE96E025E7F}">
      <dsp:nvSpPr>
        <dsp:cNvPr id="0" name=""/>
        <dsp:cNvSpPr/>
      </dsp:nvSpPr>
      <dsp:spPr>
        <a:xfrm>
          <a:off x="7645112" y="2508596"/>
          <a:ext cx="528330" cy="528330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8905B-2AAB-41F5-8C64-11AB4E7093F8}">
      <dsp:nvSpPr>
        <dsp:cNvPr id="0" name=""/>
        <dsp:cNvSpPr/>
      </dsp:nvSpPr>
      <dsp:spPr>
        <a:xfrm>
          <a:off x="8559931" y="2317304"/>
          <a:ext cx="2147155" cy="91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/>
            <a:t>Datenschutzkonform </a:t>
          </a:r>
          <a:r>
            <a:rPr lang="de-DE" sz="1400" kern="1200">
              <a:latin typeface="Gill Sans MT" panose="020B0502020104020203"/>
            </a:rPr>
            <a:t>durch Authentifizierung</a:t>
          </a:r>
          <a:r>
            <a:rPr lang="de-DE" sz="1400" kern="1200"/>
            <a:t> mit eigenen Anmeldedaten</a:t>
          </a:r>
          <a:endParaRPr lang="en-US" sz="1400" kern="1200"/>
        </a:p>
      </dsp:txBody>
      <dsp:txXfrm>
        <a:off x="8559931" y="2317304"/>
        <a:ext cx="2147155" cy="910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B9076-26EA-4B94-98C5-0BBB3638FD8D}">
      <dsp:nvSpPr>
        <dsp:cNvPr id="0" name=""/>
        <dsp:cNvSpPr/>
      </dsp:nvSpPr>
      <dsp:spPr>
        <a:xfrm>
          <a:off x="0" y="873165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/>
            <a:t>Umständliche Anwendung durch Mehrfachinteraktion des Nutzers </a:t>
          </a:r>
        </a:p>
      </dsp:txBody>
      <dsp:txXfrm>
        <a:off x="18734" y="891899"/>
        <a:ext cx="6974902" cy="346292"/>
      </dsp:txXfrm>
    </dsp:sp>
    <dsp:sp modelId="{E25F7989-EB81-4CC3-B0FA-6BBA4189B01E}">
      <dsp:nvSpPr>
        <dsp:cNvPr id="0" name=""/>
        <dsp:cNvSpPr/>
      </dsp:nvSpPr>
      <dsp:spPr>
        <a:xfrm>
          <a:off x="0" y="3066769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3350756"/>
                <a:satOff val="77"/>
                <a:lumOff val="-1177"/>
                <a:alphaOff val="0"/>
                <a:tint val="98000"/>
                <a:lumMod val="110000"/>
              </a:schemeClr>
            </a:gs>
            <a:gs pos="84000">
              <a:schemeClr val="accent3">
                <a:hueOff val="3350756"/>
                <a:satOff val="77"/>
                <a:lumOff val="-117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 dirty="0">
              <a:latin typeface="Gill Sans MT" panose="020B0502020104020203"/>
            </a:rPr>
            <a:t>Basierend auf PHP programmiert </a:t>
          </a:r>
          <a:endParaRPr lang="en-US" sz="1600" kern="1200" dirty="0"/>
        </a:p>
      </dsp:txBody>
      <dsp:txXfrm>
        <a:off x="18734" y="3085503"/>
        <a:ext cx="6974902" cy="346292"/>
      </dsp:txXfrm>
    </dsp:sp>
    <dsp:sp modelId="{F65FBDE7-EBB3-4895-BF99-002A750678DD}">
      <dsp:nvSpPr>
        <dsp:cNvPr id="0" name=""/>
        <dsp:cNvSpPr/>
      </dsp:nvSpPr>
      <dsp:spPr>
        <a:xfrm>
          <a:off x="0" y="3504061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6701512"/>
                <a:satOff val="154"/>
                <a:lumOff val="-2353"/>
                <a:alphaOff val="0"/>
                <a:tint val="98000"/>
                <a:lumMod val="110000"/>
              </a:schemeClr>
            </a:gs>
            <a:gs pos="84000">
              <a:schemeClr val="accent3">
                <a:hueOff val="6701512"/>
                <a:satOff val="154"/>
                <a:lumOff val="-235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/>
            <a:t>Schnelle Ladezeiten der Website</a:t>
          </a:r>
        </a:p>
      </dsp:txBody>
      <dsp:txXfrm>
        <a:off x="18734" y="3522795"/>
        <a:ext cx="6974902" cy="346292"/>
      </dsp:txXfrm>
    </dsp:sp>
    <dsp:sp modelId="{AEE39A8D-9842-45E6-940B-37BBDA8D2201}">
      <dsp:nvSpPr>
        <dsp:cNvPr id="0" name=""/>
        <dsp:cNvSpPr/>
      </dsp:nvSpPr>
      <dsp:spPr>
        <a:xfrm>
          <a:off x="0" y="1308017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10052268"/>
                <a:satOff val="231"/>
                <a:lumOff val="-3530"/>
                <a:alphaOff val="0"/>
                <a:tint val="98000"/>
                <a:lumMod val="110000"/>
              </a:schemeClr>
            </a:gs>
            <a:gs pos="84000">
              <a:schemeClr val="accent3">
                <a:hueOff val="10052268"/>
                <a:satOff val="231"/>
                <a:lumOff val="-353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/>
            <a:t>Keine zentrale Datenverwaltung ohne Eingreifen des Nutzers</a:t>
          </a:r>
          <a:endParaRPr lang="en-US" sz="1600" kern="1200"/>
        </a:p>
      </dsp:txBody>
      <dsp:txXfrm>
        <a:off x="18734" y="1326751"/>
        <a:ext cx="6974902" cy="346292"/>
      </dsp:txXfrm>
    </dsp:sp>
    <dsp:sp modelId="{D7B4D9E5-B7EE-48C8-AC0C-D8F8D8129BA9}">
      <dsp:nvSpPr>
        <dsp:cNvPr id="0" name=""/>
        <dsp:cNvSpPr/>
      </dsp:nvSpPr>
      <dsp:spPr>
        <a:xfrm>
          <a:off x="0" y="1752659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13403024"/>
                <a:satOff val="309"/>
                <a:lumOff val="-4706"/>
                <a:alphaOff val="0"/>
                <a:tint val="98000"/>
                <a:lumMod val="110000"/>
              </a:schemeClr>
            </a:gs>
            <a:gs pos="84000">
              <a:schemeClr val="accent3">
                <a:hueOff val="13403024"/>
                <a:satOff val="309"/>
                <a:lumOff val="-470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/>
            <a:t>Unübersichtliche Darstellungsweise</a:t>
          </a:r>
          <a:endParaRPr lang="en-US" sz="1600" kern="1200"/>
        </a:p>
      </dsp:txBody>
      <dsp:txXfrm>
        <a:off x="18734" y="1771393"/>
        <a:ext cx="6974902" cy="346292"/>
      </dsp:txXfrm>
    </dsp:sp>
    <dsp:sp modelId="{10830EB9-EC2F-4C60-8CD3-B5667884231A}">
      <dsp:nvSpPr>
        <dsp:cNvPr id="0" name=""/>
        <dsp:cNvSpPr/>
      </dsp:nvSpPr>
      <dsp:spPr>
        <a:xfrm>
          <a:off x="0" y="2194069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16753779"/>
                <a:satOff val="386"/>
                <a:lumOff val="-5883"/>
                <a:alphaOff val="0"/>
                <a:tint val="98000"/>
                <a:lumMod val="110000"/>
              </a:schemeClr>
            </a:gs>
            <a:gs pos="84000">
              <a:schemeClr val="accent3">
                <a:hueOff val="16753779"/>
                <a:satOff val="386"/>
                <a:lumOff val="-588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/>
            <a:t>Keine Ausfallsicherheit durch Abhängigkeit des lokalen Schulnetzes</a:t>
          </a:r>
          <a:endParaRPr lang="en-US" sz="1600" kern="1200"/>
        </a:p>
      </dsp:txBody>
      <dsp:txXfrm>
        <a:off x="18734" y="2212803"/>
        <a:ext cx="6974902" cy="346292"/>
      </dsp:txXfrm>
    </dsp:sp>
    <dsp:sp modelId="{13FF51FA-512E-4FFD-B4CE-0106340A8DAE}">
      <dsp:nvSpPr>
        <dsp:cNvPr id="0" name=""/>
        <dsp:cNvSpPr/>
      </dsp:nvSpPr>
      <dsp:spPr>
        <a:xfrm>
          <a:off x="0" y="2639428"/>
          <a:ext cx="7012370" cy="383760"/>
        </a:xfrm>
        <a:prstGeom prst="roundRect">
          <a:avLst/>
        </a:prstGeom>
        <a:gradFill rotWithShape="0">
          <a:gsLst>
            <a:gs pos="0">
              <a:schemeClr val="accent3">
                <a:hueOff val="20104536"/>
                <a:satOff val="463"/>
                <a:lumOff val="-7059"/>
                <a:alphaOff val="0"/>
                <a:tint val="98000"/>
                <a:lumMod val="110000"/>
              </a:schemeClr>
            </a:gs>
            <a:gs pos="84000">
              <a:schemeClr val="accent3">
                <a:hueOff val="20104536"/>
                <a:satOff val="463"/>
                <a:lumOff val="-705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>
              <a:latin typeface="Gill Sans MT" panose="020B0502020104020203"/>
            </a:rPr>
            <a:t>Keine Automatisierung</a:t>
          </a:r>
          <a:endParaRPr lang="de-DE" sz="1600" kern="1200"/>
        </a:p>
      </dsp:txBody>
      <dsp:txXfrm>
        <a:off x="18734" y="2658162"/>
        <a:ext cx="6974902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F7989-EB81-4CC3-B0FA-6BBA4189B01E}">
      <dsp:nvSpPr>
        <dsp:cNvPr id="0" name=""/>
        <dsp:cNvSpPr/>
      </dsp:nvSpPr>
      <dsp:spPr>
        <a:xfrm>
          <a:off x="0" y="17970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/>
            <a:t>Übersichtliche und strukturierte Darstellungsweise</a:t>
          </a:r>
          <a:endParaRPr lang="en-US" sz="1500" kern="1200"/>
        </a:p>
      </dsp:txBody>
      <dsp:txXfrm>
        <a:off x="17563" y="35533"/>
        <a:ext cx="5948880" cy="324648"/>
      </dsp:txXfrm>
    </dsp:sp>
    <dsp:sp modelId="{F65FBDE7-EBB3-4895-BF99-002A750678DD}">
      <dsp:nvSpPr>
        <dsp:cNvPr id="0" name=""/>
        <dsp:cNvSpPr/>
      </dsp:nvSpPr>
      <dsp:spPr>
        <a:xfrm>
          <a:off x="0" y="420945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2513067"/>
                <a:satOff val="58"/>
                <a:lumOff val="-882"/>
                <a:alphaOff val="0"/>
                <a:tint val="98000"/>
                <a:lumMod val="110000"/>
              </a:schemeClr>
            </a:gs>
            <a:gs pos="84000">
              <a:schemeClr val="accent3">
                <a:hueOff val="2513067"/>
                <a:satOff val="58"/>
                <a:lumOff val="-88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/>
            <a:t>Schnelle Ladezeiten der Webseite</a:t>
          </a:r>
          <a:endParaRPr lang="en-US" sz="1500" kern="1200"/>
        </a:p>
      </dsp:txBody>
      <dsp:txXfrm>
        <a:off x="17563" y="438508"/>
        <a:ext cx="5948880" cy="324648"/>
      </dsp:txXfrm>
    </dsp:sp>
    <dsp:sp modelId="{D5181B6B-5CDE-4075-84B6-8F4331CFAE02}">
      <dsp:nvSpPr>
        <dsp:cNvPr id="0" name=""/>
        <dsp:cNvSpPr/>
      </dsp:nvSpPr>
      <dsp:spPr>
        <a:xfrm>
          <a:off x="0" y="823920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5026134"/>
                <a:satOff val="116"/>
                <a:lumOff val="-1765"/>
                <a:alphaOff val="0"/>
                <a:tint val="98000"/>
                <a:lumMod val="110000"/>
              </a:schemeClr>
            </a:gs>
            <a:gs pos="84000">
              <a:schemeClr val="accent3">
                <a:hueOff val="5026134"/>
                <a:satOff val="116"/>
                <a:lumOff val="-1765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/>
            <a:t>Bereitstellung und Zugriff durch Website und App</a:t>
          </a:r>
          <a:endParaRPr lang="en-US" sz="1500" kern="1200"/>
        </a:p>
      </dsp:txBody>
      <dsp:txXfrm>
        <a:off x="17563" y="841483"/>
        <a:ext cx="5948880" cy="324648"/>
      </dsp:txXfrm>
    </dsp:sp>
    <dsp:sp modelId="{0016C5F1-9A35-41E1-ACF7-299C1AF09404}">
      <dsp:nvSpPr>
        <dsp:cNvPr id="0" name=""/>
        <dsp:cNvSpPr/>
      </dsp:nvSpPr>
      <dsp:spPr>
        <a:xfrm>
          <a:off x="0" y="1226895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7539201"/>
                <a:satOff val="174"/>
                <a:lumOff val="-2647"/>
                <a:alphaOff val="0"/>
                <a:tint val="98000"/>
                <a:lumMod val="110000"/>
              </a:schemeClr>
            </a:gs>
            <a:gs pos="84000">
              <a:schemeClr val="accent3">
                <a:hueOff val="7539201"/>
                <a:satOff val="174"/>
                <a:lumOff val="-264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/>
            <a:t>Unabhängig vom lokalen Schulnetz</a:t>
          </a:r>
          <a:endParaRPr lang="en-US" sz="1500" kern="1200"/>
        </a:p>
      </dsp:txBody>
      <dsp:txXfrm>
        <a:off x="17563" y="1244458"/>
        <a:ext cx="5948880" cy="324648"/>
      </dsp:txXfrm>
    </dsp:sp>
    <dsp:sp modelId="{B4281975-6CF9-4C68-AE91-65133FDE8B8B}">
      <dsp:nvSpPr>
        <dsp:cNvPr id="0" name=""/>
        <dsp:cNvSpPr/>
      </dsp:nvSpPr>
      <dsp:spPr>
        <a:xfrm>
          <a:off x="0" y="1629870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10052268"/>
                <a:satOff val="231"/>
                <a:lumOff val="-3530"/>
                <a:alphaOff val="0"/>
                <a:tint val="98000"/>
                <a:lumMod val="110000"/>
              </a:schemeClr>
            </a:gs>
            <a:gs pos="84000">
              <a:schemeClr val="accent3">
                <a:hueOff val="10052268"/>
                <a:satOff val="231"/>
                <a:lumOff val="-353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/>
            <a:t>Vollautomatisierter Datenimport</a:t>
          </a:r>
          <a:endParaRPr lang="en-US" sz="1500" kern="1200" dirty="0"/>
        </a:p>
      </dsp:txBody>
      <dsp:txXfrm>
        <a:off x="17563" y="1647433"/>
        <a:ext cx="5948880" cy="324648"/>
      </dsp:txXfrm>
    </dsp:sp>
    <dsp:sp modelId="{FA70A326-51E6-405D-BCD1-91E5F6CF9561}">
      <dsp:nvSpPr>
        <dsp:cNvPr id="0" name=""/>
        <dsp:cNvSpPr/>
      </dsp:nvSpPr>
      <dsp:spPr>
        <a:xfrm>
          <a:off x="0" y="3222562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12565334"/>
                <a:satOff val="289"/>
                <a:lumOff val="-4412"/>
                <a:alphaOff val="0"/>
                <a:tint val="98000"/>
                <a:lumMod val="110000"/>
              </a:schemeClr>
            </a:gs>
            <a:gs pos="84000">
              <a:schemeClr val="accent3">
                <a:hueOff val="12565334"/>
                <a:satOff val="289"/>
                <a:lumOff val="-441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/>
            <a:t>Echtzeit Datenaustausch</a:t>
          </a:r>
        </a:p>
      </dsp:txBody>
      <dsp:txXfrm>
        <a:off x="17563" y="3240125"/>
        <a:ext cx="5948880" cy="324648"/>
      </dsp:txXfrm>
    </dsp:sp>
    <dsp:sp modelId="{AEE39A8D-9842-45E6-940B-37BBDA8D2201}">
      <dsp:nvSpPr>
        <dsp:cNvPr id="0" name=""/>
        <dsp:cNvSpPr/>
      </dsp:nvSpPr>
      <dsp:spPr>
        <a:xfrm>
          <a:off x="0" y="2029113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15078402"/>
                <a:satOff val="347"/>
                <a:lumOff val="-5294"/>
                <a:alphaOff val="0"/>
                <a:tint val="98000"/>
                <a:lumMod val="110000"/>
              </a:schemeClr>
            </a:gs>
            <a:gs pos="84000">
              <a:schemeClr val="accent3">
                <a:hueOff val="15078402"/>
                <a:satOff val="347"/>
                <a:lumOff val="-529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/>
            <a:t>Moderne Implementierung der Schnittstelle von </a:t>
          </a:r>
          <a:r>
            <a:rPr lang="de-DE" sz="1500" kern="1200" dirty="0" err="1"/>
            <a:t>WebUntis</a:t>
          </a:r>
          <a:endParaRPr lang="en-US" sz="1500" kern="1200" dirty="0"/>
        </a:p>
      </dsp:txBody>
      <dsp:txXfrm>
        <a:off x="17563" y="2046676"/>
        <a:ext cx="5948880" cy="324648"/>
      </dsp:txXfrm>
    </dsp:sp>
    <dsp:sp modelId="{D7B4D9E5-B7EE-48C8-AC0C-D8F8D8129BA9}">
      <dsp:nvSpPr>
        <dsp:cNvPr id="0" name=""/>
        <dsp:cNvSpPr/>
      </dsp:nvSpPr>
      <dsp:spPr>
        <a:xfrm>
          <a:off x="0" y="2432087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17591468"/>
                <a:satOff val="405"/>
                <a:lumOff val="-6177"/>
                <a:alphaOff val="0"/>
                <a:tint val="98000"/>
                <a:lumMod val="110000"/>
              </a:schemeClr>
            </a:gs>
            <a:gs pos="84000">
              <a:schemeClr val="accent3">
                <a:hueOff val="17591468"/>
                <a:satOff val="405"/>
                <a:lumOff val="-617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/>
            <a:t>Intelligente Suche nach Namen, Klassen &amp; Räumen</a:t>
          </a:r>
          <a:endParaRPr lang="en-US" sz="1500" kern="1200"/>
        </a:p>
      </dsp:txBody>
      <dsp:txXfrm>
        <a:off x="17563" y="2449650"/>
        <a:ext cx="5948880" cy="324648"/>
      </dsp:txXfrm>
    </dsp:sp>
    <dsp:sp modelId="{10830EB9-EC2F-4C60-8CD3-B5667884231A}">
      <dsp:nvSpPr>
        <dsp:cNvPr id="0" name=""/>
        <dsp:cNvSpPr/>
      </dsp:nvSpPr>
      <dsp:spPr>
        <a:xfrm>
          <a:off x="0" y="2826595"/>
          <a:ext cx="5984006" cy="359774"/>
        </a:xfrm>
        <a:prstGeom prst="roundRect">
          <a:avLst/>
        </a:prstGeom>
        <a:gradFill rotWithShape="0">
          <a:gsLst>
            <a:gs pos="0">
              <a:schemeClr val="accent3">
                <a:hueOff val="20104536"/>
                <a:satOff val="463"/>
                <a:lumOff val="-7059"/>
                <a:alphaOff val="0"/>
                <a:tint val="98000"/>
                <a:lumMod val="110000"/>
              </a:schemeClr>
            </a:gs>
            <a:gs pos="84000">
              <a:schemeClr val="accent3">
                <a:hueOff val="20104536"/>
                <a:satOff val="463"/>
                <a:lumOff val="-705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/>
            <a:t>Intuitive Bedienung</a:t>
          </a:r>
          <a:endParaRPr lang="en-US" sz="1500" kern="1200" dirty="0"/>
        </a:p>
      </dsp:txBody>
      <dsp:txXfrm>
        <a:off x="17563" y="2844158"/>
        <a:ext cx="5948880" cy="324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1/12/2021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4014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1/12/2021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1278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1/12/2021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6713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2266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3560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9001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8582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1/12/2021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0763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6499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1608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1/12/2021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843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731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alarm.bso-hef.de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xmlns="" id="{2FB82883-1DC0-4BE1-A607-009095F335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F1AE5AD-0BD5-4E79-ABA0-C54DA9F0CA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9FA98EAA-A866-4C95-A2A8-44E46FBAD5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56000">
                <a:schemeClr val="tx1">
                  <a:alpha val="39000"/>
                </a:schemeClr>
              </a:gs>
              <a:gs pos="100000">
                <a:schemeClr val="tx1">
                  <a:alpha val="8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b">
            <a:normAutofit/>
          </a:bodyPr>
          <a:lstStyle/>
          <a:p>
            <a:pPr algn="ctr"/>
            <a:r>
              <a:rPr lang="de-DE" sz="4000">
                <a:solidFill>
                  <a:schemeClr val="bg1"/>
                </a:solidFill>
                <a:cs typeface="Calibri Light"/>
              </a:rPr>
              <a:t>Feueralarm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de-DE" sz="2000">
                <a:solidFill>
                  <a:schemeClr val="bg1"/>
                </a:solidFill>
                <a:cs typeface="Calibri"/>
              </a:rPr>
              <a:t>Berufliche Schulen Obersberg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F6C2DF-9418-411E-A8CF-7AEAFDC9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>
                <a:solidFill>
                  <a:schemeClr val="bg1"/>
                </a:solidFill>
              </a:rPr>
              <a:t>Projekt Team: 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>
                <a:solidFill>
                  <a:schemeClr val="bg1"/>
                </a:solidFill>
              </a:rPr>
              <a:t>Lorenz Matthäus, Silas Manns, Manuel Pilz, Jakob körber, Samuel Schütrumpf, Justin Delle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1E14CB6-D13F-411A-AD38-D23D3586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7">
            <a:extLst>
              <a:ext uri="{FF2B5EF4-FFF2-40B4-BE49-F238E27FC236}">
                <a16:creationId xmlns:a16="http://schemas.microsoft.com/office/drawing/2014/main" xmlns="" id="{F875149D-F692-45DA-8324-D5E0193D5F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xmlns="" id="{C0B19935-C760-4698-9DD1-973C8A428D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xmlns="" id="{08990612-E008-4F02-AEBB-B140BE7535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xmlns="" id="{A310A41F-3A14-4150-B6CF-0A577DDDEA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xmlns="" id="{7B89EEFD-93BC-4ACF-962C-E6279E72B0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1436" y="4149587"/>
            <a:ext cx="3703320" cy="224097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52F078-F713-4840-B14D-D3C50095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4482548"/>
            <a:ext cx="3089189" cy="14610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Gliederung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BC3FDAF-42BD-464E-A495-8E9FC3F6D57E}"/>
              </a:ext>
            </a:extLst>
          </p:cNvPr>
          <p:cNvSpPr txBox="1"/>
          <p:nvPr/>
        </p:nvSpPr>
        <p:spPr>
          <a:xfrm>
            <a:off x="4561870" y="4390726"/>
            <a:ext cx="7183597" cy="225639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Projektziele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Alte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Feueralarm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Software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Feueralarm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Software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Präsentation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der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Webseite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Vorher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/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Nachher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Vergleich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Tablets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Schlusswort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525AED3-0D5D-40CB-B7ED-B8315FBC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kern="1200" cap="all">
                <a:solidFill>
                  <a:srgbClr val="94AA3C"/>
                </a:solidFill>
                <a:latin typeface="+mn-lt"/>
                <a:ea typeface="+mn-ea"/>
                <a:cs typeface="+mn-cs"/>
              </a:rPr>
              <a:t>Projekt Team: Lorenz Matthäus, Silas Manns, Manuel Pilz, Jakob Körber, Samuel Schütrumpf, Justin Delle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6B07C07-786A-48CA-BA68-7B02A58D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A98EE3D-8CD1-4C3F-BD1C-C98C9596463C}" type="slidenum">
              <a:rPr lang="en-US" smtClean="0">
                <a:solidFill>
                  <a:srgbClr val="94AA3C"/>
                </a:solidFill>
              </a:rPr>
              <a:pPr defTabSz="457200">
                <a:spcAft>
                  <a:spcPts val="600"/>
                </a:spcAft>
              </a:pPr>
              <a:t>2</a:t>
            </a:fld>
            <a:endParaRPr lang="en-US">
              <a:solidFill>
                <a:srgbClr val="94AA3C"/>
              </a:solidFill>
            </a:endParaRPr>
          </a:p>
        </p:txBody>
      </p:sp>
      <p:pic>
        <p:nvPicPr>
          <p:cNvPr id="7" name="Graphic 7">
            <a:extLst>
              <a:ext uri="{FF2B5EF4-FFF2-40B4-BE49-F238E27FC236}">
                <a16:creationId xmlns:a16="http://schemas.microsoft.com/office/drawing/2014/main" xmlns="" id="{BEAFE0BE-FCC3-432A-810C-AEA5F5314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91336" y="1161706"/>
            <a:ext cx="4421528" cy="184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31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7">
            <a:extLst>
              <a:ext uri="{FF2B5EF4-FFF2-40B4-BE49-F238E27FC236}">
                <a16:creationId xmlns:a16="http://schemas.microsoft.com/office/drawing/2014/main" xmlns="" id="{69B35BB5-1630-45F0-B55C-B6847DF216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36320B-D439-4CA0-8A21-427E4E09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18" y="1507650"/>
            <a:ext cx="10883444" cy="958513"/>
          </a:xfrm>
        </p:spPr>
        <p:txBody>
          <a:bodyPr anchor="ctr">
            <a:normAutofit/>
          </a:bodyPr>
          <a:lstStyle/>
          <a:p>
            <a:r>
              <a:rPr lang="en-US" dirty="0" err="1"/>
              <a:t>Projektziele</a:t>
            </a:r>
            <a:endParaRPr lang="en-US" dirty="0"/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xmlns="" id="{D05C6BB3-F359-4E0C-B8DA-4CEA9EE8CA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xmlns="" id="{E512FDBA-7374-4A50-B15C-1C421A40B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799D451D-9C66-42CF-BC10-324A4F6470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59D0AB-2D95-4E3E-8CBE-44D6F4D5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Projekt Team: Lorenz Matthäus, Silas Manns, Manuel Pilz, Jakob Körber, Samuel Schütrumpf, Justin Delle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1D0B6318-3835-4FB3-96DA-1DD4A418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xmlns="" id="{D9A617F8-AED0-4FEE-8BC8-F0B0F12DE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869674"/>
              </p:ext>
            </p:extLst>
          </p:nvPr>
        </p:nvGraphicFramePr>
        <p:xfrm>
          <a:off x="616356" y="1983724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01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7">
            <a:extLst>
              <a:ext uri="{FF2B5EF4-FFF2-40B4-BE49-F238E27FC236}">
                <a16:creationId xmlns:a16="http://schemas.microsoft.com/office/drawing/2014/main" xmlns="" id="{F92989FB-1024-49B7-BDF1-B3CE27D486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DF856D-B047-46A1-9301-2F07E70D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Alte </a:t>
            </a:r>
            <a:b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ea typeface="+mj-lt"/>
                <a:cs typeface="+mj-lt"/>
              </a:rPr>
            </a:b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FEUERALARM </a:t>
            </a:r>
            <a:b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ea typeface="+mj-lt"/>
                <a:cs typeface="+mj-lt"/>
              </a:rPr>
            </a:b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SOFTWARE</a:t>
            </a:r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xmlns="" id="{2987D6F4-EC95-4EF1-A8AD-4B70386CEE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xmlns="" id="{F5F792DF-9D0A-4DB6-9A9E-7312F5A7E8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Rectangle 33">
            <a:extLst>
              <a:ext uri="{FF2B5EF4-FFF2-40B4-BE49-F238E27FC236}">
                <a16:creationId xmlns:a16="http://schemas.microsoft.com/office/drawing/2014/main" xmlns="" id="{7BC7EA7B-802E-41F4-8926-C4475287AA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xmlns="" id="{779F1E69-3BB6-42D8-91BC-9FBAB49B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656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>
                <a:solidFill>
                  <a:schemeClr val="bg1">
                    <a:lumMod val="85000"/>
                    <a:lumOff val="15000"/>
                  </a:schemeClr>
                </a:solidFill>
              </a:rPr>
              <a:t>Projekt Team: Lorenz Matthäus, Silas Manns, Manuel Pilz, Jakob Körber, Samuel Schütrumpf, Justin Delle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94EBA0-891E-4544-BB3E-ABBB2994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xmlns="" id="{09B77D6A-E4D5-4C0C-8121-D748C6465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830423"/>
              </p:ext>
            </p:extLst>
          </p:nvPr>
        </p:nvGraphicFramePr>
        <p:xfrm>
          <a:off x="4598438" y="111132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8948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4">
            <a:extLst>
              <a:ext uri="{FF2B5EF4-FFF2-40B4-BE49-F238E27FC236}">
                <a16:creationId xmlns:a16="http://schemas.microsoft.com/office/drawing/2014/main" xmlns="" id="{F858DF7D-C2D0-4B03-A7A0-2F06B789EE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xmlns="" id="{8952EF87-C74F-4D3F-9CAD-EEA1733C9B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647700"/>
            <a:ext cx="3703320" cy="57428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DF856D-B047-46A1-9301-2F07E70D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643" y="1037967"/>
            <a:ext cx="3004939" cy="4709131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EFF"/>
                </a:solidFill>
              </a:rPr>
              <a:t>Neue </a:t>
            </a:r>
            <a:br>
              <a:rPr lang="de-DE">
                <a:solidFill>
                  <a:srgbClr val="FFFEFF"/>
                </a:solidFill>
              </a:rPr>
            </a:br>
            <a:r>
              <a:rPr lang="de-DE">
                <a:solidFill>
                  <a:srgbClr val="FFFEFF"/>
                </a:solidFill>
              </a:rPr>
              <a:t>Feueralarm</a:t>
            </a:r>
            <a:br>
              <a:rPr lang="de-DE">
                <a:solidFill>
                  <a:srgbClr val="FFFEFF"/>
                </a:solidFill>
              </a:rPr>
            </a:br>
            <a:r>
              <a:rPr lang="de-DE">
                <a:solidFill>
                  <a:srgbClr val="FFFEFF"/>
                </a:solidFill>
              </a:rPr>
              <a:t>software</a:t>
            </a:r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xmlns="" id="{EC930E8B-CABB-49C6-9609-F872BC0437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xmlns="" id="{AFD211A8-7186-46C6-AC78-73F89CAA5E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88062204-EE69-489C-87C1-C1958C334A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xmlns="" id="{C1E29AA2-FD3A-4945-97D1-0826F9F4C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>
                <a:solidFill>
                  <a:schemeClr val="tx1">
                    <a:lumMod val="85000"/>
                    <a:lumOff val="15000"/>
                  </a:schemeClr>
                </a:solidFill>
              </a:rPr>
              <a:t>Projekt Team: Lorenz Matthäus, Silas Manns, Manuel Pilz, Jakob Körber, Samuel Schütrumpf, Justin Delle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94EBA0-891E-4544-BB3E-ABBB2994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97" name="Content Placeholder 2">
            <a:extLst>
              <a:ext uri="{FF2B5EF4-FFF2-40B4-BE49-F238E27FC236}">
                <a16:creationId xmlns:a16="http://schemas.microsoft.com/office/drawing/2014/main" xmlns="" id="{8D690C4F-0BD3-4BEC-BB11-861DDBD9A3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909420"/>
              </p:ext>
            </p:extLst>
          </p:nvPr>
        </p:nvGraphicFramePr>
        <p:xfrm>
          <a:off x="443090" y="1674674"/>
          <a:ext cx="5984006" cy="3619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3840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6">
            <a:extLst>
              <a:ext uri="{FF2B5EF4-FFF2-40B4-BE49-F238E27FC236}">
                <a16:creationId xmlns:a16="http://schemas.microsoft.com/office/drawing/2014/main" xmlns="" id="{88C97474-5879-4DB5-B4F3-F0357104BC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xmlns="" id="{7D2AF00E-D433-4047-863F-BCB69CEC3C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6851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F78009-724E-4B65-A789-C2D55016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822" y="938022"/>
            <a:ext cx="6658013" cy="1188720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Link zur webseite</a:t>
            </a:r>
            <a:endParaRPr lang="en-US"/>
          </a:p>
        </p:txBody>
      </p:sp>
      <p:sp>
        <p:nvSpPr>
          <p:cNvPr id="26" name="Rectangle 30">
            <a:extLst>
              <a:ext uri="{FF2B5EF4-FFF2-40B4-BE49-F238E27FC236}">
                <a16:creationId xmlns:a16="http://schemas.microsoft.com/office/drawing/2014/main" xmlns="" id="{0997DBEA-6DFC-457A-9850-E53505354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xmlns="" id="{79446CF5-953A-4916-BFF4-F5558E5C23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34">
            <a:extLst>
              <a:ext uri="{FF2B5EF4-FFF2-40B4-BE49-F238E27FC236}">
                <a16:creationId xmlns:a16="http://schemas.microsoft.com/office/drawing/2014/main" xmlns="" id="{477B945C-B433-4DFF-9A67-A5C9257E47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4" name="Graphic 23" descr="Markierung">
            <a:extLst>
              <a:ext uri="{FF2B5EF4-FFF2-40B4-BE49-F238E27FC236}">
                <a16:creationId xmlns:a16="http://schemas.microsoft.com/office/drawing/2014/main" xmlns="" id="{5ECE315E-3CB8-45C1-9314-8E9486A9C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4700" y="2049354"/>
            <a:ext cx="3053422" cy="3053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F96D0C-E064-4596-9E48-FB7D21556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2822" y="2340864"/>
            <a:ext cx="6658013" cy="379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hlinkClick r:id="rId4"/>
              </a:rPr>
              <a:t>https://alarm.bso-hef.de/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xmlns="" id="{28183391-A4AF-46C4-96AB-3A245AFC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>
                <a:solidFill>
                  <a:schemeClr val="bg1">
                    <a:lumMod val="85000"/>
                    <a:lumOff val="15000"/>
                  </a:schemeClr>
                </a:solidFill>
              </a:rPr>
              <a:t>Projekt Team: Lorenz Matthäus, Silas Manns, Manuel Pilz, Jakob Körber, Samuel Schütrumpf, Justin Delle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8802288-55BE-4B86-858C-EF210668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xmlns="" id="{715FC7D4-58E0-4B2B-A81C-3003F9319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674" y="790601"/>
            <a:ext cx="2213658" cy="74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67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xmlns="" id="{F858DF7D-C2D0-4B03-A7A0-2F06B789EE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xmlns="" id="{1B26B711-3121-40B0-8377-A64F3DC00C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xmlns="" id="{645C4D3D-ABBA-4B4E-93E5-01E343719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8DDD5E5-0097-4C6C-B266-5732EDA96C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952EF87-C74F-4D3F-9CAD-EEA1733C9B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629E8D-9571-48EF-891B-23882840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Tablets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1D083E-868F-4398-879C-7DBDDAA13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285750" indent="-285750"/>
            <a:r>
              <a:rPr lang="en-US"/>
              <a:t>Terra-Tablets der Wortmann AG</a:t>
            </a:r>
          </a:p>
          <a:p>
            <a:pPr marL="285750" indent="-285750"/>
            <a:r>
              <a:rPr lang="en-US">
                <a:ea typeface="+mn-lt"/>
                <a:cs typeface="+mn-lt"/>
              </a:rPr>
              <a:t>Nur </a:t>
            </a:r>
            <a:r>
              <a:rPr lang="en-US" err="1">
                <a:ea typeface="+mn-lt"/>
                <a:cs typeface="+mn-lt"/>
              </a:rPr>
              <a:t>für</a:t>
            </a:r>
            <a:r>
              <a:rPr lang="en-US">
                <a:ea typeface="+mn-lt"/>
                <a:cs typeface="+mn-lt"/>
              </a:rPr>
              <a:t> die </a:t>
            </a:r>
            <a:r>
              <a:rPr lang="en-US" err="1">
                <a:ea typeface="+mn-lt"/>
                <a:cs typeface="+mn-lt"/>
              </a:rPr>
              <a:t>Anwesenheitskontrolle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während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eines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Feueralarms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gedacht</a:t>
            </a:r>
          </a:p>
          <a:p>
            <a:pPr marL="285750" indent="-285750"/>
            <a:r>
              <a:rPr lang="en-US"/>
              <a:t>Kosten ca. 600€</a:t>
            </a:r>
          </a:p>
          <a:p>
            <a:pPr marL="285750" indent="-28575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4C9B548-466C-4C91-B69C-4A8D212E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Projekt Team: Lorenz Matthäus, Silas Manns, Manuel Pilz, Jakob Körber, Samuel Schütrumpf, Justin Delle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A215B67-9591-4437-AD32-23991396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xmlns="" id="{18CB2C6A-3BBD-46A6-A33A-F85339672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649" y="688889"/>
            <a:ext cx="2255622" cy="103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3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4">
            <a:extLst>
              <a:ext uri="{FF2B5EF4-FFF2-40B4-BE49-F238E27FC236}">
                <a16:creationId xmlns:a16="http://schemas.microsoft.com/office/drawing/2014/main" xmlns="" id="{DCF4EB5C-ED25-4675-8255-2F5B12CFFC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xmlns="" id="{9514EC6E-A557-42A2-BCDC-3ABFFC5E5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xmlns="" id="{905482C9-EB42-4BFE-95BF-7FD661F0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7539E646-A625-4A26-86ED-BD90EDD329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8E019540-1104-4B12-9F83-45F5867418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B46B02-9402-41CD-94B8-13481012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de-DE" sz="6600">
                <a:solidFill>
                  <a:srgbClr val="FFFFFF"/>
                </a:solidFill>
              </a:rPr>
              <a:t>Vielen Dank für Ihre Aufmerk-samkeit </a:t>
            </a:r>
            <a:endParaRPr lang="de-DE" sz="6600" b="0" kern="1200" cap="all">
              <a:solidFill>
                <a:srgbClr val="FFFFFF">
                  <a:alpha val="90000"/>
                </a:srgbClr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580CFD6-E44A-486A-9E73-D8D948F78A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3613604-1BBE-41D2-A2E4-57BA3143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A98EE3D-8CD1-4C3F-BD1C-C98C9596463C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xmlns="" id="{23BB80FF-D63B-465A-8DC4-5A4DE62D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8342887" cy="365125"/>
          </a:xfrm>
        </p:spPr>
        <p:txBody>
          <a:bodyPr/>
          <a:lstStyle/>
          <a:p>
            <a:r>
              <a:rPr lang="en-US"/>
              <a:t>Projekt Team: Lorenz Matthäus, Silas Manns, Manuel Pilz, Jakob Körber, Samuel </a:t>
            </a:r>
            <a:r>
              <a:rPr lang="en-US" err="1"/>
              <a:t>Schütrumpf</a:t>
            </a:r>
            <a:r>
              <a:rPr lang="en-US"/>
              <a:t>, Justin Delle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ABEC72F-26D4-48CF-8466-DD7D62DEDA45}"/>
              </a:ext>
            </a:extLst>
          </p:cNvPr>
          <p:cNvSpPr txBox="1"/>
          <p:nvPr/>
        </p:nvSpPr>
        <p:spPr>
          <a:xfrm>
            <a:off x="8109995" y="4083693"/>
            <a:ext cx="27432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38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RegularSeedLeftStep">
      <a:dk1>
        <a:srgbClr val="000000"/>
      </a:dk1>
      <a:lt1>
        <a:srgbClr val="FFFFFF"/>
      </a:lt1>
      <a:dk2>
        <a:srgbClr val="302441"/>
      </a:dk2>
      <a:lt2>
        <a:srgbClr val="E3E2E8"/>
      </a:lt2>
      <a:accent1>
        <a:srgbClr val="94AA3C"/>
      </a:accent1>
      <a:accent2>
        <a:srgbClr val="B79B35"/>
      </a:accent2>
      <a:accent3>
        <a:srgbClr val="C97747"/>
      </a:accent3>
      <a:accent4>
        <a:srgbClr val="B7353B"/>
      </a:accent4>
      <a:accent5>
        <a:srgbClr val="C94783"/>
      </a:accent5>
      <a:accent6>
        <a:srgbClr val="B735A8"/>
      </a:accent6>
      <a:hlink>
        <a:srgbClr val="7964CB"/>
      </a:hlink>
      <a:folHlink>
        <a:srgbClr val="7F7F7F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Breitbild</PresentationFormat>
  <Paragraphs>59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Gill Sans MT</vt:lpstr>
      <vt:lpstr>Wingdings 2</vt:lpstr>
      <vt:lpstr>DividendVTI</vt:lpstr>
      <vt:lpstr>Feueralarm</vt:lpstr>
      <vt:lpstr>Gliederung</vt:lpstr>
      <vt:lpstr>Projektziele</vt:lpstr>
      <vt:lpstr>Alte  FEUERALARM  SOFTWARE</vt:lpstr>
      <vt:lpstr>Neue  Feueralarm software</vt:lpstr>
      <vt:lpstr>Link zur webseite</vt:lpstr>
      <vt:lpstr>Tablets</vt:lpstr>
      <vt:lpstr>Vielen Dank für Ihre Aufmerk-samkeit 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Pilz Manuel GBSH</cp:lastModifiedBy>
  <cp:revision>11</cp:revision>
  <dcterms:created xsi:type="dcterms:W3CDTF">2020-09-02T06:26:38Z</dcterms:created>
  <dcterms:modified xsi:type="dcterms:W3CDTF">2021-01-12T12:33:38Z</dcterms:modified>
</cp:coreProperties>
</file>